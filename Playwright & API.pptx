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79" r:id="rId26"/>
    <p:sldId id="281" r:id="rId27"/>
    <p:sldId id="282" r:id="rId28"/>
    <p:sldId id="283" r:id="rId29"/>
    <p:sldId id="284" r:id="rId30"/>
    <p:sldId id="285" r:id="rId31"/>
    <p:sldId id="286" r:id="rId32"/>
    <p:sldId id="287" r:id="rId33"/>
    <p:sldId id="300" r:id="rId34"/>
    <p:sldId id="288" r:id="rId35"/>
    <p:sldId id="289" r:id="rId36"/>
    <p:sldId id="290" r:id="rId37"/>
    <p:sldId id="291" r:id="rId38"/>
    <p:sldId id="292" r:id="rId39"/>
    <p:sldId id="293" r:id="rId40"/>
    <p:sldId id="294" r:id="rId41"/>
    <p:sldId id="295" r:id="rId42"/>
    <p:sldId id="296" r:id="rId43"/>
    <p:sldId id="297" r:id="rId44"/>
    <p:sldId id="299" r:id="rId45"/>
    <p:sldId id="298"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D04B7B-443E-4FC8-BF19-DA33EC8424CB}" v="132" dt="2026-10-26T19:50:26.2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04" autoAdjust="0"/>
  </p:normalViewPr>
  <p:slideViewPr>
    <p:cSldViewPr snapToGrid="0">
      <p:cViewPr>
        <p:scale>
          <a:sx n="75" d="100"/>
          <a:sy n="75" d="100"/>
        </p:scale>
        <p:origin x="324" y="-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sh1813@gmail.com" userId="613d342206dc88bc" providerId="LiveId" clId="{EEDAE3EB-AEB0-40E8-B4E1-1F7EDC38DCE6}"/>
    <pc:docChg chg="undo redo custSel addSld delSld modSld sldOrd">
      <pc:chgData name="harish1813@gmail.com" userId="613d342206dc88bc" providerId="LiveId" clId="{EEDAE3EB-AEB0-40E8-B4E1-1F7EDC38DCE6}" dt="2026-10-26T19:51:59.088" v="10559" actId="20577"/>
      <pc:docMkLst>
        <pc:docMk/>
      </pc:docMkLst>
      <pc:sldChg chg="addSp modSp">
        <pc:chgData name="harish1813@gmail.com" userId="613d342206dc88bc" providerId="LiveId" clId="{EEDAE3EB-AEB0-40E8-B4E1-1F7EDC38DCE6}" dt="2026-10-15T09:48:36.696" v="12"/>
        <pc:sldMkLst>
          <pc:docMk/>
          <pc:sldMk cId="2723652811" sldId="257"/>
        </pc:sldMkLst>
        <pc:spChg chg="add mod">
          <ac:chgData name="harish1813@gmail.com" userId="613d342206dc88bc" providerId="LiveId" clId="{EEDAE3EB-AEB0-40E8-B4E1-1F7EDC38DCE6}" dt="2026-10-15T09:39:00.328" v="2"/>
          <ac:spMkLst>
            <pc:docMk/>
            <pc:sldMk cId="2723652811" sldId="257"/>
            <ac:spMk id="2" creationId="{C64B4C2A-2AB7-9279-D7CD-304A1C32E8A0}"/>
          </ac:spMkLst>
        </pc:spChg>
        <pc:spChg chg="add mod">
          <ac:chgData name="harish1813@gmail.com" userId="613d342206dc88bc" providerId="LiveId" clId="{EEDAE3EB-AEB0-40E8-B4E1-1F7EDC38DCE6}" dt="2026-10-15T09:42:44.985" v="5"/>
          <ac:spMkLst>
            <pc:docMk/>
            <pc:sldMk cId="2723652811" sldId="257"/>
            <ac:spMk id="3" creationId="{6D6F34DA-EFCE-7E18-F94D-6D0BC2650B34}"/>
          </ac:spMkLst>
        </pc:spChg>
        <pc:spChg chg="mod">
          <ac:chgData name="harish1813@gmail.com" userId="613d342206dc88bc" providerId="LiveId" clId="{EEDAE3EB-AEB0-40E8-B4E1-1F7EDC38DCE6}" dt="2026-10-15T09:44:44.779" v="7"/>
          <ac:spMkLst>
            <pc:docMk/>
            <pc:sldMk cId="2723652811" sldId="257"/>
            <ac:spMk id="5" creationId="{53663FB1-352B-DFFC-AF42-BC600C91308E}"/>
          </ac:spMkLst>
        </pc:spChg>
        <pc:spChg chg="add mod">
          <ac:chgData name="harish1813@gmail.com" userId="613d342206dc88bc" providerId="LiveId" clId="{EEDAE3EB-AEB0-40E8-B4E1-1F7EDC38DCE6}" dt="2026-10-15T09:47:25.209" v="11"/>
          <ac:spMkLst>
            <pc:docMk/>
            <pc:sldMk cId="2723652811" sldId="257"/>
            <ac:spMk id="6" creationId="{7F77CCBF-7BD3-60CE-2494-BC22C317DF32}"/>
          </ac:spMkLst>
        </pc:spChg>
      </pc:sldChg>
      <pc:sldChg chg="addSp delSp modSp">
        <pc:chgData name="harish1813@gmail.com" userId="613d342206dc88bc" providerId="LiveId" clId="{EEDAE3EB-AEB0-40E8-B4E1-1F7EDC38DCE6}" dt="2026-10-15T11:27:46.594" v="44"/>
        <pc:sldMkLst>
          <pc:docMk/>
          <pc:sldMk cId="3842039478" sldId="258"/>
        </pc:sldMkLst>
        <pc:spChg chg="mod">
          <ac:chgData name="harish1813@gmail.com" userId="613d342206dc88bc" providerId="LiveId" clId="{EEDAE3EB-AEB0-40E8-B4E1-1F7EDC38DCE6}" dt="2026-10-15T11:27:46.594" v="44"/>
          <ac:spMkLst>
            <pc:docMk/>
            <pc:sldMk cId="3842039478" sldId="258"/>
            <ac:spMk id="4" creationId="{1D29B04E-481F-6AF1-A61A-9C2398587ED9}"/>
          </ac:spMkLst>
        </pc:spChg>
        <pc:spChg chg="mod">
          <ac:chgData name="harish1813@gmail.com" userId="613d342206dc88bc" providerId="LiveId" clId="{EEDAE3EB-AEB0-40E8-B4E1-1F7EDC38DCE6}" dt="2026-10-15T10:01:06.961" v="14"/>
          <ac:spMkLst>
            <pc:docMk/>
            <pc:sldMk cId="3842039478" sldId="258"/>
            <ac:spMk id="21" creationId="{F3BB30F3-85A7-16C1-4E00-633A0B27F558}"/>
          </ac:spMkLst>
        </pc:spChg>
        <pc:spChg chg="mod">
          <ac:chgData name="harish1813@gmail.com" userId="613d342206dc88bc" providerId="LiveId" clId="{EEDAE3EB-AEB0-40E8-B4E1-1F7EDC38DCE6}" dt="2026-10-15T10:16:24.379" v="18"/>
          <ac:spMkLst>
            <pc:docMk/>
            <pc:sldMk cId="3842039478" sldId="258"/>
            <ac:spMk id="23" creationId="{FA71DA0D-1FA4-A720-DF17-BE4760C4E259}"/>
          </ac:spMkLst>
        </pc:spChg>
        <pc:spChg chg="mod">
          <ac:chgData name="harish1813@gmail.com" userId="613d342206dc88bc" providerId="LiveId" clId="{EEDAE3EB-AEB0-40E8-B4E1-1F7EDC38DCE6}" dt="2026-10-15T10:20:11.603" v="23"/>
          <ac:spMkLst>
            <pc:docMk/>
            <pc:sldMk cId="3842039478" sldId="258"/>
            <ac:spMk id="25" creationId="{05E69460-4A22-0114-956B-6A0B0EF6A346}"/>
          </ac:spMkLst>
        </pc:spChg>
      </pc:sldChg>
      <pc:sldChg chg="addSp delSp modSp ord">
        <pc:chgData name="harish1813@gmail.com" userId="613d342206dc88bc" providerId="LiveId" clId="{EEDAE3EB-AEB0-40E8-B4E1-1F7EDC38DCE6}" dt="2026-10-15T10:35:14.274" v="34"/>
        <pc:sldMkLst>
          <pc:docMk/>
          <pc:sldMk cId="1232245855" sldId="259"/>
        </pc:sldMkLst>
        <pc:spChg chg="mod">
          <ac:chgData name="harish1813@gmail.com" userId="613d342206dc88bc" providerId="LiveId" clId="{EEDAE3EB-AEB0-40E8-B4E1-1F7EDC38DCE6}" dt="2026-10-15T10:30:35.952" v="29"/>
          <ac:spMkLst>
            <pc:docMk/>
            <pc:sldMk cId="1232245855" sldId="259"/>
            <ac:spMk id="3" creationId="{42BD49EF-A739-0551-F7B3-1CC33CBC40CE}"/>
          </ac:spMkLst>
        </pc:spChg>
        <pc:spChg chg="mod">
          <ac:chgData name="harish1813@gmail.com" userId="613d342206dc88bc" providerId="LiveId" clId="{EEDAE3EB-AEB0-40E8-B4E1-1F7EDC38DCE6}" dt="2026-10-15T10:32:23.615" v="31"/>
          <ac:spMkLst>
            <pc:docMk/>
            <pc:sldMk cId="1232245855" sldId="259"/>
            <ac:spMk id="5" creationId="{6C4F97EF-32E1-8BD7-E14E-1DE7F5D12069}"/>
          </ac:spMkLst>
        </pc:spChg>
        <pc:spChg chg="mod">
          <ac:chgData name="harish1813@gmail.com" userId="613d342206dc88bc" providerId="LiveId" clId="{EEDAE3EB-AEB0-40E8-B4E1-1F7EDC38DCE6}" dt="2026-10-15T10:33:57.715" v="33"/>
          <ac:spMkLst>
            <pc:docMk/>
            <pc:sldMk cId="1232245855" sldId="259"/>
            <ac:spMk id="7" creationId="{CD012B7D-2580-ADFF-59E5-4BFF2CA4ADCB}"/>
          </ac:spMkLst>
        </pc:spChg>
        <pc:spChg chg="mod">
          <ac:chgData name="harish1813@gmail.com" userId="613d342206dc88bc" providerId="LiveId" clId="{EEDAE3EB-AEB0-40E8-B4E1-1F7EDC38DCE6}" dt="2026-10-15T10:35:14.274" v="34"/>
          <ac:spMkLst>
            <pc:docMk/>
            <pc:sldMk cId="1232245855" sldId="259"/>
            <ac:spMk id="9" creationId="{5AB78ED6-AA56-0537-877B-A06D99ECA7C8}"/>
          </ac:spMkLst>
        </pc:spChg>
      </pc:sldChg>
      <pc:sldChg chg="addSp modSp">
        <pc:chgData name="harish1813@gmail.com" userId="613d342206dc88bc" providerId="LiveId" clId="{EEDAE3EB-AEB0-40E8-B4E1-1F7EDC38DCE6}" dt="2026-10-15T10:50:56.149" v="38"/>
        <pc:sldMkLst>
          <pc:docMk/>
          <pc:sldMk cId="4132706666" sldId="260"/>
        </pc:sldMkLst>
        <pc:spChg chg="mod">
          <ac:chgData name="harish1813@gmail.com" userId="613d342206dc88bc" providerId="LiveId" clId="{EEDAE3EB-AEB0-40E8-B4E1-1F7EDC38DCE6}" dt="2026-10-15T10:42:00.996" v="35"/>
          <ac:spMkLst>
            <pc:docMk/>
            <pc:sldMk cId="4132706666" sldId="260"/>
            <ac:spMk id="2" creationId="{CBF9A28C-CE56-5DF0-078E-055B415BBDBE}"/>
          </ac:spMkLst>
        </pc:spChg>
        <pc:spChg chg="mod">
          <ac:chgData name="harish1813@gmail.com" userId="613d342206dc88bc" providerId="LiveId" clId="{EEDAE3EB-AEB0-40E8-B4E1-1F7EDC38DCE6}" dt="2026-10-15T10:42:50.913" v="36"/>
          <ac:spMkLst>
            <pc:docMk/>
            <pc:sldMk cId="4132706666" sldId="260"/>
            <ac:spMk id="3" creationId="{A2582D84-F925-C2BB-2331-88499720E33D}"/>
          </ac:spMkLst>
        </pc:spChg>
        <pc:graphicFrameChg chg="add mod">
          <ac:chgData name="harish1813@gmail.com" userId="613d342206dc88bc" providerId="LiveId" clId="{EEDAE3EB-AEB0-40E8-B4E1-1F7EDC38DCE6}" dt="2026-10-15T10:50:56.149" v="38"/>
          <ac:graphicFrameMkLst>
            <pc:docMk/>
            <pc:sldMk cId="4132706666" sldId="260"/>
            <ac:graphicFrameMk id="4" creationId="{F07DE4AA-21D2-7F03-98C7-C58DB9FB0313}"/>
          </ac:graphicFrameMkLst>
        </pc:graphicFrameChg>
      </pc:sldChg>
      <pc:sldChg chg="modSp">
        <pc:chgData name="harish1813@gmail.com" userId="613d342206dc88bc" providerId="LiveId" clId="{EEDAE3EB-AEB0-40E8-B4E1-1F7EDC38DCE6}" dt="2026-10-15T11:08:02.310" v="40"/>
        <pc:sldMkLst>
          <pc:docMk/>
          <pc:sldMk cId="2517968284" sldId="261"/>
        </pc:sldMkLst>
        <pc:spChg chg="mod">
          <ac:chgData name="harish1813@gmail.com" userId="613d342206dc88bc" providerId="LiveId" clId="{EEDAE3EB-AEB0-40E8-B4E1-1F7EDC38DCE6}" dt="2026-10-15T11:08:02.310" v="40"/>
          <ac:spMkLst>
            <pc:docMk/>
            <pc:sldMk cId="2517968284" sldId="261"/>
            <ac:spMk id="2" creationId="{DBB64963-846E-B60E-2E1D-794CCFE4348C}"/>
          </ac:spMkLst>
        </pc:spChg>
      </pc:sldChg>
      <pc:sldChg chg="addSp modSp">
        <pc:chgData name="harish1813@gmail.com" userId="613d342206dc88bc" providerId="LiveId" clId="{EEDAE3EB-AEB0-40E8-B4E1-1F7EDC38DCE6}" dt="2026-10-15T11:28:50.745" v="46"/>
        <pc:sldMkLst>
          <pc:docMk/>
          <pc:sldMk cId="3108016197" sldId="262"/>
        </pc:sldMkLst>
        <pc:spChg chg="mod">
          <ac:chgData name="harish1813@gmail.com" userId="613d342206dc88bc" providerId="LiveId" clId="{EEDAE3EB-AEB0-40E8-B4E1-1F7EDC38DCE6}" dt="2026-10-15T11:22:49.328" v="41"/>
          <ac:spMkLst>
            <pc:docMk/>
            <pc:sldMk cId="3108016197" sldId="262"/>
            <ac:spMk id="3" creationId="{6014B3D9-F1F0-DA09-05FA-76E1E6121F69}"/>
          </ac:spMkLst>
        </pc:spChg>
        <pc:spChg chg="mod">
          <ac:chgData name="harish1813@gmail.com" userId="613d342206dc88bc" providerId="LiveId" clId="{EEDAE3EB-AEB0-40E8-B4E1-1F7EDC38DCE6}" dt="2026-10-15T11:26:04.326" v="43"/>
          <ac:spMkLst>
            <pc:docMk/>
            <pc:sldMk cId="3108016197" sldId="262"/>
            <ac:spMk id="5" creationId="{815FA45C-089A-E208-E886-A3A5A7637F25}"/>
          </ac:spMkLst>
        </pc:spChg>
        <pc:spChg chg="mod">
          <ac:chgData name="harish1813@gmail.com" userId="613d342206dc88bc" providerId="LiveId" clId="{EEDAE3EB-AEB0-40E8-B4E1-1F7EDC38DCE6}" dt="2026-10-15T11:28:50.745" v="46"/>
          <ac:spMkLst>
            <pc:docMk/>
            <pc:sldMk cId="3108016197" sldId="262"/>
            <ac:spMk id="6" creationId="{3ED4DB68-1107-E218-A737-9C9D6FFAB8AE}"/>
          </ac:spMkLst>
        </pc:spChg>
        <pc:graphicFrameChg chg="add mod">
          <ac:chgData name="harish1813@gmail.com" userId="613d342206dc88bc" providerId="LiveId" clId="{EEDAE3EB-AEB0-40E8-B4E1-1F7EDC38DCE6}" dt="2026-10-15T11:23:14.766" v="42"/>
          <ac:graphicFrameMkLst>
            <pc:docMk/>
            <pc:sldMk cId="3108016197" sldId="262"/>
            <ac:graphicFrameMk id="4" creationId="{B34D27BC-00B3-920E-5C7B-9BBBB571ADA5}"/>
          </ac:graphicFrameMkLst>
        </pc:graphicFrameChg>
      </pc:sldChg>
      <pc:sldChg chg="addSp modSp">
        <pc:chgData name="harish1813@gmail.com" userId="613d342206dc88bc" providerId="LiveId" clId="{EEDAE3EB-AEB0-40E8-B4E1-1F7EDC38DCE6}" dt="2026-10-15T11:33:08.002" v="49"/>
        <pc:sldMkLst>
          <pc:docMk/>
          <pc:sldMk cId="212976165" sldId="263"/>
        </pc:sldMkLst>
        <pc:spChg chg="mod">
          <ac:chgData name="harish1813@gmail.com" userId="613d342206dc88bc" providerId="LiveId" clId="{EEDAE3EB-AEB0-40E8-B4E1-1F7EDC38DCE6}" dt="2026-10-15T11:32:20.716" v="48"/>
          <ac:spMkLst>
            <pc:docMk/>
            <pc:sldMk cId="212976165" sldId="263"/>
            <ac:spMk id="3" creationId="{A9A67E1A-58C1-DE28-A36A-C9ECF748B5D3}"/>
          </ac:spMkLst>
        </pc:spChg>
        <pc:graphicFrameChg chg="add mod">
          <ac:chgData name="harish1813@gmail.com" userId="613d342206dc88bc" providerId="LiveId" clId="{EEDAE3EB-AEB0-40E8-B4E1-1F7EDC38DCE6}" dt="2026-10-15T11:33:08.002" v="49"/>
          <ac:graphicFrameMkLst>
            <pc:docMk/>
            <pc:sldMk cId="212976165" sldId="263"/>
            <ac:graphicFrameMk id="4" creationId="{D6C7A889-7F70-8B7A-0E20-61D492B26571}"/>
          </ac:graphicFrameMkLst>
        </pc:graphicFrameChg>
      </pc:sldChg>
      <pc:sldChg chg="modSp">
        <pc:chgData name="harish1813@gmail.com" userId="613d342206dc88bc" providerId="LiveId" clId="{EEDAE3EB-AEB0-40E8-B4E1-1F7EDC38DCE6}" dt="2026-10-15T22:47:05.738" v="58"/>
        <pc:sldMkLst>
          <pc:docMk/>
          <pc:sldMk cId="2060034683" sldId="264"/>
        </pc:sldMkLst>
        <pc:spChg chg="mod">
          <ac:chgData name="harish1813@gmail.com" userId="613d342206dc88bc" providerId="LiveId" clId="{EEDAE3EB-AEB0-40E8-B4E1-1F7EDC38DCE6}" dt="2026-10-15T11:41:06.574" v="50"/>
          <ac:spMkLst>
            <pc:docMk/>
            <pc:sldMk cId="2060034683" sldId="264"/>
            <ac:spMk id="4" creationId="{5EA2CE47-C750-9291-5899-075663F28A59}"/>
          </ac:spMkLst>
        </pc:spChg>
        <pc:spChg chg="mod">
          <ac:chgData name="harish1813@gmail.com" userId="613d342206dc88bc" providerId="LiveId" clId="{EEDAE3EB-AEB0-40E8-B4E1-1F7EDC38DCE6}" dt="2026-10-15T22:17:51.246" v="56"/>
          <ac:spMkLst>
            <pc:docMk/>
            <pc:sldMk cId="2060034683" sldId="264"/>
            <ac:spMk id="6" creationId="{5B89E9B4-7483-9CB0-D32B-A51A83EF2A02}"/>
          </ac:spMkLst>
        </pc:spChg>
      </pc:sldChg>
      <pc:sldChg chg="modSp">
        <pc:chgData name="harish1813@gmail.com" userId="613d342206dc88bc" providerId="LiveId" clId="{EEDAE3EB-AEB0-40E8-B4E1-1F7EDC38DCE6}" dt="2026-10-15T12:01:09.165" v="54"/>
        <pc:sldMkLst>
          <pc:docMk/>
          <pc:sldMk cId="3140914326" sldId="265"/>
        </pc:sldMkLst>
        <pc:spChg chg="mod">
          <ac:chgData name="harish1813@gmail.com" userId="613d342206dc88bc" providerId="LiveId" clId="{EEDAE3EB-AEB0-40E8-B4E1-1F7EDC38DCE6}" dt="2026-10-15T12:01:09.165" v="54"/>
          <ac:spMkLst>
            <pc:docMk/>
            <pc:sldMk cId="3140914326" sldId="265"/>
            <ac:spMk id="6" creationId="{FCB83A33-1ADB-4B9B-2A77-A2963A37805D}"/>
          </ac:spMkLst>
        </pc:spChg>
      </pc:sldChg>
      <pc:sldChg chg="modSp">
        <pc:chgData name="harish1813@gmail.com" userId="613d342206dc88bc" providerId="LiveId" clId="{EEDAE3EB-AEB0-40E8-B4E1-1F7EDC38DCE6}" dt="2026-10-15T22:49:13.320" v="61"/>
        <pc:sldMkLst>
          <pc:docMk/>
          <pc:sldMk cId="1434578148" sldId="266"/>
        </pc:sldMkLst>
        <pc:spChg chg="mod">
          <ac:chgData name="harish1813@gmail.com" userId="613d342206dc88bc" providerId="LiveId" clId="{EEDAE3EB-AEB0-40E8-B4E1-1F7EDC38DCE6}" dt="2026-10-15T22:48:10.969" v="60"/>
          <ac:spMkLst>
            <pc:docMk/>
            <pc:sldMk cId="1434578148" sldId="266"/>
            <ac:spMk id="2" creationId="{9E190B64-83EF-5CEF-83B1-F74E7A5D71F0}"/>
          </ac:spMkLst>
        </pc:spChg>
        <pc:spChg chg="mod">
          <ac:chgData name="harish1813@gmail.com" userId="613d342206dc88bc" providerId="LiveId" clId="{EEDAE3EB-AEB0-40E8-B4E1-1F7EDC38DCE6}" dt="2026-10-15T22:49:13.320" v="61"/>
          <ac:spMkLst>
            <pc:docMk/>
            <pc:sldMk cId="1434578148" sldId="266"/>
            <ac:spMk id="3" creationId="{20A2C7DF-0D9B-6F7A-3F1D-E4197D68FC32}"/>
          </ac:spMkLst>
        </pc:spChg>
      </pc:sldChg>
      <pc:sldChg chg="modSp">
        <pc:chgData name="harish1813@gmail.com" userId="613d342206dc88bc" providerId="LiveId" clId="{EEDAE3EB-AEB0-40E8-B4E1-1F7EDC38DCE6}" dt="2026-10-16T09:00:57.942" v="65"/>
        <pc:sldMkLst>
          <pc:docMk/>
          <pc:sldMk cId="3909888374" sldId="267"/>
        </pc:sldMkLst>
        <pc:spChg chg="mod">
          <ac:chgData name="harish1813@gmail.com" userId="613d342206dc88bc" providerId="LiveId" clId="{EEDAE3EB-AEB0-40E8-B4E1-1F7EDC38DCE6}" dt="2026-10-16T08:57:51.423" v="62"/>
          <ac:spMkLst>
            <pc:docMk/>
            <pc:sldMk cId="3909888374" sldId="267"/>
            <ac:spMk id="4" creationId="{BC0E0F5D-3F59-46F1-9EE9-5218307DCA10}"/>
          </ac:spMkLst>
        </pc:spChg>
        <pc:spChg chg="mod">
          <ac:chgData name="harish1813@gmail.com" userId="613d342206dc88bc" providerId="LiveId" clId="{EEDAE3EB-AEB0-40E8-B4E1-1F7EDC38DCE6}" dt="2026-10-16T08:58:43.045" v="63"/>
          <ac:spMkLst>
            <pc:docMk/>
            <pc:sldMk cId="3909888374" sldId="267"/>
            <ac:spMk id="5" creationId="{706C0D9E-498A-B5AC-25B7-0CF1ABF2C5B5}"/>
          </ac:spMkLst>
        </pc:spChg>
        <pc:spChg chg="mod">
          <ac:chgData name="harish1813@gmail.com" userId="613d342206dc88bc" providerId="LiveId" clId="{EEDAE3EB-AEB0-40E8-B4E1-1F7EDC38DCE6}" dt="2026-10-16T09:00:57.942" v="65"/>
          <ac:spMkLst>
            <pc:docMk/>
            <pc:sldMk cId="3909888374" sldId="267"/>
            <ac:spMk id="11" creationId="{EDE780E3-954F-7C77-D9E1-0B0C1E37D72E}"/>
          </ac:spMkLst>
        </pc:spChg>
      </pc:sldChg>
      <pc:sldChg chg="addSp modSp">
        <pc:chgData name="harish1813@gmail.com" userId="613d342206dc88bc" providerId="LiveId" clId="{EEDAE3EB-AEB0-40E8-B4E1-1F7EDC38DCE6}" dt="2026-10-16T09:08:10.119" v="72"/>
        <pc:sldMkLst>
          <pc:docMk/>
          <pc:sldMk cId="3999073658" sldId="268"/>
        </pc:sldMkLst>
        <pc:spChg chg="mod">
          <ac:chgData name="harish1813@gmail.com" userId="613d342206dc88bc" providerId="LiveId" clId="{EEDAE3EB-AEB0-40E8-B4E1-1F7EDC38DCE6}" dt="2026-10-16T09:05:29.201" v="68"/>
          <ac:spMkLst>
            <pc:docMk/>
            <pc:sldMk cId="3999073658" sldId="268"/>
            <ac:spMk id="4" creationId="{E55345FC-60FE-AD97-28A6-BEFFE04446A6}"/>
          </ac:spMkLst>
        </pc:spChg>
        <pc:spChg chg="mod">
          <ac:chgData name="harish1813@gmail.com" userId="613d342206dc88bc" providerId="LiveId" clId="{EEDAE3EB-AEB0-40E8-B4E1-1F7EDC38DCE6}" dt="2026-10-16T09:05:40.925" v="69"/>
          <ac:spMkLst>
            <pc:docMk/>
            <pc:sldMk cId="3999073658" sldId="268"/>
            <ac:spMk id="9" creationId="{7BB7028A-FB0A-F233-61A4-2F292E0800EC}"/>
          </ac:spMkLst>
        </pc:spChg>
        <pc:spChg chg="mod">
          <ac:chgData name="harish1813@gmail.com" userId="613d342206dc88bc" providerId="LiveId" clId="{EEDAE3EB-AEB0-40E8-B4E1-1F7EDC38DCE6}" dt="2026-10-16T09:07:46.673" v="71"/>
          <ac:spMkLst>
            <pc:docMk/>
            <pc:sldMk cId="3999073658" sldId="268"/>
            <ac:spMk id="13" creationId="{4C0AE38A-E818-38BE-C7ED-9347660D9704}"/>
          </ac:spMkLst>
        </pc:spChg>
        <pc:spChg chg="mod">
          <ac:chgData name="harish1813@gmail.com" userId="613d342206dc88bc" providerId="LiveId" clId="{EEDAE3EB-AEB0-40E8-B4E1-1F7EDC38DCE6}" dt="2026-10-16T09:08:10.119" v="72"/>
          <ac:spMkLst>
            <pc:docMk/>
            <pc:sldMk cId="3999073658" sldId="268"/>
            <ac:spMk id="14" creationId="{093C564C-0391-FE56-A60C-11E65125EBC5}"/>
          </ac:spMkLst>
        </pc:spChg>
        <pc:graphicFrameChg chg="add mod">
          <ac:chgData name="harish1813@gmail.com" userId="613d342206dc88bc" providerId="LiveId" clId="{EEDAE3EB-AEB0-40E8-B4E1-1F7EDC38DCE6}" dt="2026-10-16T09:05:54.533" v="70"/>
          <ac:graphicFrameMkLst>
            <pc:docMk/>
            <pc:sldMk cId="3999073658" sldId="268"/>
            <ac:graphicFrameMk id="10" creationId="{F098812F-0DA0-C62C-79B2-B2491800CE81}"/>
          </ac:graphicFrameMkLst>
        </pc:graphicFrameChg>
      </pc:sldChg>
      <pc:sldChg chg="modSp">
        <pc:chgData name="harish1813@gmail.com" userId="613d342206dc88bc" providerId="LiveId" clId="{EEDAE3EB-AEB0-40E8-B4E1-1F7EDC38DCE6}" dt="2026-10-16T14:37:06.315" v="83"/>
        <pc:sldMkLst>
          <pc:docMk/>
          <pc:sldMk cId="1501323689" sldId="269"/>
        </pc:sldMkLst>
        <pc:spChg chg="mod">
          <ac:chgData name="harish1813@gmail.com" userId="613d342206dc88bc" providerId="LiveId" clId="{EEDAE3EB-AEB0-40E8-B4E1-1F7EDC38DCE6}" dt="2026-10-16T14:35:30.728" v="82"/>
          <ac:spMkLst>
            <pc:docMk/>
            <pc:sldMk cId="1501323689" sldId="269"/>
            <ac:spMk id="2" creationId="{52CCF827-928D-0D03-0AD3-197AC7E6D99C}"/>
          </ac:spMkLst>
        </pc:spChg>
        <pc:spChg chg="mod">
          <ac:chgData name="harish1813@gmail.com" userId="613d342206dc88bc" providerId="LiveId" clId="{EEDAE3EB-AEB0-40E8-B4E1-1F7EDC38DCE6}" dt="2026-10-16T14:37:06.315" v="83"/>
          <ac:spMkLst>
            <pc:docMk/>
            <pc:sldMk cId="1501323689" sldId="269"/>
            <ac:spMk id="3" creationId="{7E8CBB35-AE4E-3532-A223-9AACD8341712}"/>
          </ac:spMkLst>
        </pc:spChg>
      </pc:sldChg>
      <pc:sldChg chg="modSp">
        <pc:chgData name="harish1813@gmail.com" userId="613d342206dc88bc" providerId="LiveId" clId="{EEDAE3EB-AEB0-40E8-B4E1-1F7EDC38DCE6}" dt="2026-10-16T14:41:14.955" v="87"/>
        <pc:sldMkLst>
          <pc:docMk/>
          <pc:sldMk cId="2482523479" sldId="270"/>
        </pc:sldMkLst>
        <pc:spChg chg="mod">
          <ac:chgData name="harish1813@gmail.com" userId="613d342206dc88bc" providerId="LiveId" clId="{EEDAE3EB-AEB0-40E8-B4E1-1F7EDC38DCE6}" dt="2026-10-16T14:38:32.471" v="84"/>
          <ac:spMkLst>
            <pc:docMk/>
            <pc:sldMk cId="2482523479" sldId="270"/>
            <ac:spMk id="2" creationId="{6C22D1D2-DF6E-C792-0057-7BE5FFE321E7}"/>
          </ac:spMkLst>
        </pc:spChg>
        <pc:spChg chg="mod">
          <ac:chgData name="harish1813@gmail.com" userId="613d342206dc88bc" providerId="LiveId" clId="{EEDAE3EB-AEB0-40E8-B4E1-1F7EDC38DCE6}" dt="2026-10-16T14:39:08.140" v="85"/>
          <ac:spMkLst>
            <pc:docMk/>
            <pc:sldMk cId="2482523479" sldId="270"/>
            <ac:spMk id="3" creationId="{8C335D93-41DB-2E20-4881-50D6C6861099}"/>
          </ac:spMkLst>
        </pc:spChg>
        <pc:spChg chg="mod">
          <ac:chgData name="harish1813@gmail.com" userId="613d342206dc88bc" providerId="LiveId" clId="{EEDAE3EB-AEB0-40E8-B4E1-1F7EDC38DCE6}" dt="2026-10-16T14:40:29.950" v="86"/>
          <ac:spMkLst>
            <pc:docMk/>
            <pc:sldMk cId="2482523479" sldId="270"/>
            <ac:spMk id="6" creationId="{0F3BB23E-E4CB-E60E-0276-C25D8DA4FCAE}"/>
          </ac:spMkLst>
        </pc:spChg>
        <pc:spChg chg="mod">
          <ac:chgData name="harish1813@gmail.com" userId="613d342206dc88bc" providerId="LiveId" clId="{EEDAE3EB-AEB0-40E8-B4E1-1F7EDC38DCE6}" dt="2026-10-16T14:41:14.955" v="87"/>
          <ac:spMkLst>
            <pc:docMk/>
            <pc:sldMk cId="2482523479" sldId="270"/>
            <ac:spMk id="9" creationId="{327240B7-0AA5-C8BB-875B-5A5D4B010309}"/>
          </ac:spMkLst>
        </pc:spChg>
      </pc:sldChg>
      <pc:sldChg chg="addSp modSp">
        <pc:chgData name="harish1813@gmail.com" userId="613d342206dc88bc" providerId="LiveId" clId="{EEDAE3EB-AEB0-40E8-B4E1-1F7EDC38DCE6}" dt="2026-10-16T15:48:04.207" v="91"/>
        <pc:sldMkLst>
          <pc:docMk/>
          <pc:sldMk cId="2338314822" sldId="271"/>
        </pc:sldMkLst>
        <pc:spChg chg="mod">
          <ac:chgData name="harish1813@gmail.com" userId="613d342206dc88bc" providerId="LiveId" clId="{EEDAE3EB-AEB0-40E8-B4E1-1F7EDC38DCE6}" dt="2026-10-16T15:44:51.454" v="88"/>
          <ac:spMkLst>
            <pc:docMk/>
            <pc:sldMk cId="2338314822" sldId="271"/>
            <ac:spMk id="2" creationId="{62AD2EBF-89EF-A9DF-C4CF-4D1F30878D3A}"/>
          </ac:spMkLst>
        </pc:spChg>
        <pc:spChg chg="mod">
          <ac:chgData name="harish1813@gmail.com" userId="613d342206dc88bc" providerId="LiveId" clId="{EEDAE3EB-AEB0-40E8-B4E1-1F7EDC38DCE6}" dt="2026-10-16T15:48:04.207" v="91"/>
          <ac:spMkLst>
            <pc:docMk/>
            <pc:sldMk cId="2338314822" sldId="271"/>
            <ac:spMk id="9" creationId="{F2DA08F2-952D-210C-FCDF-D8B8598B2315}"/>
          </ac:spMkLst>
        </pc:spChg>
        <pc:graphicFrameChg chg="add mod">
          <ac:chgData name="harish1813@gmail.com" userId="613d342206dc88bc" providerId="LiveId" clId="{EEDAE3EB-AEB0-40E8-B4E1-1F7EDC38DCE6}" dt="2026-10-16T15:45:36.402" v="89"/>
          <ac:graphicFrameMkLst>
            <pc:docMk/>
            <pc:sldMk cId="2338314822" sldId="271"/>
            <ac:graphicFrameMk id="4" creationId="{B85215FE-D1FC-7C1A-BE2F-760D5FF17EBA}"/>
          </ac:graphicFrameMkLst>
        </pc:graphicFrameChg>
      </pc:sldChg>
      <pc:sldChg chg="modSp">
        <pc:chgData name="harish1813@gmail.com" userId="613d342206dc88bc" providerId="LiveId" clId="{EEDAE3EB-AEB0-40E8-B4E1-1F7EDC38DCE6}" dt="2026-10-16T16:00:17.824" v="97"/>
        <pc:sldMkLst>
          <pc:docMk/>
          <pc:sldMk cId="799876778" sldId="272"/>
        </pc:sldMkLst>
        <pc:spChg chg="mod">
          <ac:chgData name="harish1813@gmail.com" userId="613d342206dc88bc" providerId="LiveId" clId="{EEDAE3EB-AEB0-40E8-B4E1-1F7EDC38DCE6}" dt="2026-10-16T15:51:11.995" v="92"/>
          <ac:spMkLst>
            <pc:docMk/>
            <pc:sldMk cId="799876778" sldId="272"/>
            <ac:spMk id="2" creationId="{936FFEA3-35F8-5899-6058-10C5C5BFE302}"/>
          </ac:spMkLst>
        </pc:spChg>
        <pc:spChg chg="mod">
          <ac:chgData name="harish1813@gmail.com" userId="613d342206dc88bc" providerId="LiveId" clId="{EEDAE3EB-AEB0-40E8-B4E1-1F7EDC38DCE6}" dt="2026-10-16T15:52:04.392" v="93"/>
          <ac:spMkLst>
            <pc:docMk/>
            <pc:sldMk cId="799876778" sldId="272"/>
            <ac:spMk id="3" creationId="{1CB9AC17-819F-26F8-0E18-78388DE87446}"/>
          </ac:spMkLst>
        </pc:spChg>
        <pc:spChg chg="mod">
          <ac:chgData name="harish1813@gmail.com" userId="613d342206dc88bc" providerId="LiveId" clId="{EEDAE3EB-AEB0-40E8-B4E1-1F7EDC38DCE6}" dt="2026-10-16T16:00:17.824" v="97"/>
          <ac:spMkLst>
            <pc:docMk/>
            <pc:sldMk cId="799876778" sldId="272"/>
            <ac:spMk id="8" creationId="{6295C739-D2DB-E573-6A49-CC10D80906ED}"/>
          </ac:spMkLst>
        </pc:spChg>
        <pc:spChg chg="mod">
          <ac:chgData name="harish1813@gmail.com" userId="613d342206dc88bc" providerId="LiveId" clId="{EEDAE3EB-AEB0-40E8-B4E1-1F7EDC38DCE6}" dt="2026-10-16T15:58:08.352" v="95"/>
          <ac:spMkLst>
            <pc:docMk/>
            <pc:sldMk cId="799876778" sldId="272"/>
            <ac:spMk id="10" creationId="{B6AF1F07-293D-FED2-5A81-5C32E0AD810B}"/>
          </ac:spMkLst>
        </pc:spChg>
        <pc:spChg chg="mod">
          <ac:chgData name="harish1813@gmail.com" userId="613d342206dc88bc" providerId="LiveId" clId="{EEDAE3EB-AEB0-40E8-B4E1-1F7EDC38DCE6}" dt="2026-10-16T15:53:07.187" v="94"/>
          <ac:spMkLst>
            <pc:docMk/>
            <pc:sldMk cId="799876778" sldId="272"/>
            <ac:spMk id="12" creationId="{4C8FFC20-8DEB-5F4A-80A9-28C99C31774A}"/>
          </ac:spMkLst>
        </pc:spChg>
      </pc:sldChg>
      <pc:sldChg chg="modSp">
        <pc:chgData name="harish1813@gmail.com" userId="613d342206dc88bc" providerId="LiveId" clId="{EEDAE3EB-AEB0-40E8-B4E1-1F7EDC38DCE6}" dt="2026-10-16T16:04:43.306" v="100"/>
        <pc:sldMkLst>
          <pc:docMk/>
          <pc:sldMk cId="3158520199" sldId="273"/>
        </pc:sldMkLst>
        <pc:spChg chg="mod">
          <ac:chgData name="harish1813@gmail.com" userId="613d342206dc88bc" providerId="LiveId" clId="{EEDAE3EB-AEB0-40E8-B4E1-1F7EDC38DCE6}" dt="2026-10-16T15:59:42.183" v="96"/>
          <ac:spMkLst>
            <pc:docMk/>
            <pc:sldMk cId="3158520199" sldId="273"/>
            <ac:spMk id="2" creationId="{8D62F318-8851-9B5A-B89E-2961F7D95FF9}"/>
          </ac:spMkLst>
        </pc:spChg>
        <pc:spChg chg="mod">
          <ac:chgData name="harish1813@gmail.com" userId="613d342206dc88bc" providerId="LiveId" clId="{EEDAE3EB-AEB0-40E8-B4E1-1F7EDC38DCE6}" dt="2026-10-16T16:01:14.374" v="98"/>
          <ac:spMkLst>
            <pc:docMk/>
            <pc:sldMk cId="3158520199" sldId="273"/>
            <ac:spMk id="3" creationId="{463987E0-140B-D034-F07D-AE9715A5C24A}"/>
          </ac:spMkLst>
        </pc:spChg>
        <pc:spChg chg="mod">
          <ac:chgData name="harish1813@gmail.com" userId="613d342206dc88bc" providerId="LiveId" clId="{EEDAE3EB-AEB0-40E8-B4E1-1F7EDC38DCE6}" dt="2026-10-16T16:04:21.108" v="99"/>
          <ac:spMkLst>
            <pc:docMk/>
            <pc:sldMk cId="3158520199" sldId="273"/>
            <ac:spMk id="9" creationId="{B79B14F9-093D-0766-B1E5-F6DAAA42AA50}"/>
          </ac:spMkLst>
        </pc:spChg>
        <pc:spChg chg="mod">
          <ac:chgData name="harish1813@gmail.com" userId="613d342206dc88bc" providerId="LiveId" clId="{EEDAE3EB-AEB0-40E8-B4E1-1F7EDC38DCE6}" dt="2026-10-16T16:04:43.306" v="100"/>
          <ac:spMkLst>
            <pc:docMk/>
            <pc:sldMk cId="3158520199" sldId="273"/>
            <ac:spMk id="11" creationId="{1CF2C6ED-9281-478E-7DAE-F1B6A53AFAE2}"/>
          </ac:spMkLst>
        </pc:spChg>
      </pc:sldChg>
      <pc:sldChg chg="addSp modSp">
        <pc:chgData name="harish1813@gmail.com" userId="613d342206dc88bc" providerId="LiveId" clId="{EEDAE3EB-AEB0-40E8-B4E1-1F7EDC38DCE6}" dt="2026-10-16T16:11:27.492" v="108"/>
        <pc:sldMkLst>
          <pc:docMk/>
          <pc:sldMk cId="2489264069" sldId="274"/>
        </pc:sldMkLst>
        <pc:spChg chg="mod">
          <ac:chgData name="harish1813@gmail.com" userId="613d342206dc88bc" providerId="LiveId" clId="{EEDAE3EB-AEB0-40E8-B4E1-1F7EDC38DCE6}" dt="2026-10-16T16:07:29.109" v="101"/>
          <ac:spMkLst>
            <pc:docMk/>
            <pc:sldMk cId="2489264069" sldId="274"/>
            <ac:spMk id="2" creationId="{55B1826B-5DED-FC7A-29C7-0B483308E809}"/>
          </ac:spMkLst>
        </pc:spChg>
        <pc:spChg chg="mod">
          <ac:chgData name="harish1813@gmail.com" userId="613d342206dc88bc" providerId="LiveId" clId="{EEDAE3EB-AEB0-40E8-B4E1-1F7EDC38DCE6}" dt="2026-10-16T16:08:22.167" v="103"/>
          <ac:spMkLst>
            <pc:docMk/>
            <pc:sldMk cId="2489264069" sldId="274"/>
            <ac:spMk id="3" creationId="{EDCFA71D-5CAA-489D-77C2-EA70FE9E6A26}"/>
          </ac:spMkLst>
        </pc:spChg>
        <pc:spChg chg="mod">
          <ac:chgData name="harish1813@gmail.com" userId="613d342206dc88bc" providerId="LiveId" clId="{EEDAE3EB-AEB0-40E8-B4E1-1F7EDC38DCE6}" dt="2026-10-16T16:08:44.690" v="104"/>
          <ac:spMkLst>
            <pc:docMk/>
            <pc:sldMk cId="2489264069" sldId="274"/>
            <ac:spMk id="5" creationId="{D8E7BDAC-91AC-2877-0893-12B02C23A6D8}"/>
          </ac:spMkLst>
        </pc:spChg>
        <pc:spChg chg="mod">
          <ac:chgData name="harish1813@gmail.com" userId="613d342206dc88bc" providerId="LiveId" clId="{EEDAE3EB-AEB0-40E8-B4E1-1F7EDC38DCE6}" dt="2026-10-16T16:09:10.026" v="105"/>
          <ac:spMkLst>
            <pc:docMk/>
            <pc:sldMk cId="2489264069" sldId="274"/>
            <ac:spMk id="7" creationId="{8CF89CC9-04C6-3EDB-F39D-7ABF528BF4F6}"/>
          </ac:spMkLst>
        </pc:spChg>
        <pc:spChg chg="mod">
          <ac:chgData name="harish1813@gmail.com" userId="613d342206dc88bc" providerId="LiveId" clId="{EEDAE3EB-AEB0-40E8-B4E1-1F7EDC38DCE6}" dt="2026-10-16T16:10:13.532" v="106"/>
          <ac:spMkLst>
            <pc:docMk/>
            <pc:sldMk cId="2489264069" sldId="274"/>
            <ac:spMk id="14" creationId="{9694BAFF-5B84-25C6-B842-184D6F03886C}"/>
          </ac:spMkLst>
        </pc:spChg>
        <pc:spChg chg="mod">
          <ac:chgData name="harish1813@gmail.com" userId="613d342206dc88bc" providerId="LiveId" clId="{EEDAE3EB-AEB0-40E8-B4E1-1F7EDC38DCE6}" dt="2026-10-16T16:10:51.123" v="107"/>
          <ac:spMkLst>
            <pc:docMk/>
            <pc:sldMk cId="2489264069" sldId="274"/>
            <ac:spMk id="16" creationId="{13337E67-8AF5-1645-DA9A-F0AC9B9B4C6D}"/>
          </ac:spMkLst>
        </pc:spChg>
        <pc:graphicFrameChg chg="add mod">
          <ac:chgData name="harish1813@gmail.com" userId="613d342206dc88bc" providerId="LiveId" clId="{EEDAE3EB-AEB0-40E8-B4E1-1F7EDC38DCE6}" dt="2026-10-16T16:11:27.492" v="108"/>
          <ac:graphicFrameMkLst>
            <pc:docMk/>
            <pc:sldMk cId="2489264069" sldId="274"/>
            <ac:graphicFrameMk id="18" creationId="{EBFD67EE-43DD-0B1F-18C0-E3F777A7D4D5}"/>
          </ac:graphicFrameMkLst>
        </pc:graphicFrameChg>
      </pc:sldChg>
      <pc:sldChg chg="modSp">
        <pc:chgData name="harish1813@gmail.com" userId="613d342206dc88bc" providerId="LiveId" clId="{EEDAE3EB-AEB0-40E8-B4E1-1F7EDC38DCE6}" dt="2026-10-16T16:18:24.908" v="114"/>
        <pc:sldMkLst>
          <pc:docMk/>
          <pc:sldMk cId="1823983174" sldId="275"/>
        </pc:sldMkLst>
        <pc:spChg chg="mod">
          <ac:chgData name="harish1813@gmail.com" userId="613d342206dc88bc" providerId="LiveId" clId="{EEDAE3EB-AEB0-40E8-B4E1-1F7EDC38DCE6}" dt="2026-10-16T16:16:34.817" v="109"/>
          <ac:spMkLst>
            <pc:docMk/>
            <pc:sldMk cId="1823983174" sldId="275"/>
            <ac:spMk id="2" creationId="{45165AAA-60EF-F978-CBFB-C8E4E42C59A1}"/>
          </ac:spMkLst>
        </pc:spChg>
        <pc:spChg chg="mod">
          <ac:chgData name="harish1813@gmail.com" userId="613d342206dc88bc" providerId="LiveId" clId="{EEDAE3EB-AEB0-40E8-B4E1-1F7EDC38DCE6}" dt="2026-10-16T16:17:05.705" v="110"/>
          <ac:spMkLst>
            <pc:docMk/>
            <pc:sldMk cId="1823983174" sldId="275"/>
            <ac:spMk id="3" creationId="{EE4D1F04-71D8-9906-A642-F7D855E0433B}"/>
          </ac:spMkLst>
        </pc:spChg>
        <pc:spChg chg="mod">
          <ac:chgData name="harish1813@gmail.com" userId="613d342206dc88bc" providerId="LiveId" clId="{EEDAE3EB-AEB0-40E8-B4E1-1F7EDC38DCE6}" dt="2026-10-16T16:18:24.908" v="114"/>
          <ac:spMkLst>
            <pc:docMk/>
            <pc:sldMk cId="1823983174" sldId="275"/>
            <ac:spMk id="4" creationId="{AE77B2A8-1FE0-333B-B8EB-46F08BFE521E}"/>
          </ac:spMkLst>
        </pc:spChg>
      </pc:sldChg>
      <pc:sldChg chg="modSp">
        <pc:chgData name="harish1813@gmail.com" userId="613d342206dc88bc" providerId="LiveId" clId="{EEDAE3EB-AEB0-40E8-B4E1-1F7EDC38DCE6}" dt="2026-10-16T16:43:08.539" v="116"/>
        <pc:sldMkLst>
          <pc:docMk/>
          <pc:sldMk cId="3451017785" sldId="276"/>
        </pc:sldMkLst>
        <pc:spChg chg="mod">
          <ac:chgData name="harish1813@gmail.com" userId="613d342206dc88bc" providerId="LiveId" clId="{EEDAE3EB-AEB0-40E8-B4E1-1F7EDC38DCE6}" dt="2026-10-16T16:42:39.919" v="115"/>
          <ac:spMkLst>
            <pc:docMk/>
            <pc:sldMk cId="3451017785" sldId="276"/>
            <ac:spMk id="4" creationId="{B541BF41-51EC-AC0F-76CF-3B56DC485C03}"/>
          </ac:spMkLst>
        </pc:spChg>
        <pc:spChg chg="mod">
          <ac:chgData name="harish1813@gmail.com" userId="613d342206dc88bc" providerId="LiveId" clId="{EEDAE3EB-AEB0-40E8-B4E1-1F7EDC38DCE6}" dt="2026-10-16T16:43:08.539" v="116"/>
          <ac:spMkLst>
            <pc:docMk/>
            <pc:sldMk cId="3451017785" sldId="276"/>
            <ac:spMk id="5" creationId="{779DD21E-05CB-C419-395F-FC5C89530E71}"/>
          </ac:spMkLst>
        </pc:spChg>
      </pc:sldChg>
      <pc:sldChg chg="modSp">
        <pc:chgData name="harish1813@gmail.com" userId="613d342206dc88bc" providerId="LiveId" clId="{EEDAE3EB-AEB0-40E8-B4E1-1F7EDC38DCE6}" dt="2026-10-16T17:06:03.327" v="118"/>
        <pc:sldMkLst>
          <pc:docMk/>
          <pc:sldMk cId="3989498031" sldId="277"/>
        </pc:sldMkLst>
        <pc:spChg chg="mod">
          <ac:chgData name="harish1813@gmail.com" userId="613d342206dc88bc" providerId="LiveId" clId="{EEDAE3EB-AEB0-40E8-B4E1-1F7EDC38DCE6}" dt="2026-10-16T17:06:03.327" v="118"/>
          <ac:spMkLst>
            <pc:docMk/>
            <pc:sldMk cId="3989498031" sldId="277"/>
            <ac:spMk id="2" creationId="{F8A1B76E-4B4D-C361-CB28-3BF92DB8B760}"/>
          </ac:spMkLst>
        </pc:spChg>
      </pc:sldChg>
      <pc:sldChg chg="modSp">
        <pc:chgData name="harish1813@gmail.com" userId="613d342206dc88bc" providerId="LiveId" clId="{EEDAE3EB-AEB0-40E8-B4E1-1F7EDC38DCE6}" dt="2026-10-17T03:11:50.149" v="120"/>
        <pc:sldMkLst>
          <pc:docMk/>
          <pc:sldMk cId="3664518864" sldId="278"/>
        </pc:sldMkLst>
        <pc:spChg chg="mod">
          <ac:chgData name="harish1813@gmail.com" userId="613d342206dc88bc" providerId="LiveId" clId="{EEDAE3EB-AEB0-40E8-B4E1-1F7EDC38DCE6}" dt="2026-10-17T03:11:50.149" v="120"/>
          <ac:spMkLst>
            <pc:docMk/>
            <pc:sldMk cId="3664518864" sldId="278"/>
            <ac:spMk id="4" creationId="{CAD75BE5-8E36-C691-97F2-D5180153E9FA}"/>
          </ac:spMkLst>
        </pc:spChg>
      </pc:sldChg>
      <pc:sldChg chg="modSp">
        <pc:chgData name="harish1813@gmail.com" userId="613d342206dc88bc" providerId="LiveId" clId="{EEDAE3EB-AEB0-40E8-B4E1-1F7EDC38DCE6}" dt="2026-10-17T03:15:02.397" v="122"/>
        <pc:sldMkLst>
          <pc:docMk/>
          <pc:sldMk cId="3757848763" sldId="279"/>
        </pc:sldMkLst>
        <pc:spChg chg="mod">
          <ac:chgData name="harish1813@gmail.com" userId="613d342206dc88bc" providerId="LiveId" clId="{EEDAE3EB-AEB0-40E8-B4E1-1F7EDC38DCE6}" dt="2026-10-17T03:15:02.397" v="122"/>
          <ac:spMkLst>
            <pc:docMk/>
            <pc:sldMk cId="3757848763" sldId="279"/>
            <ac:spMk id="2" creationId="{6D5692E2-FA56-1389-27F4-9C1A997C83A9}"/>
          </ac:spMkLst>
        </pc:spChg>
      </pc:sldChg>
      <pc:sldChg chg="modSp">
        <pc:chgData name="harish1813@gmail.com" userId="613d342206dc88bc" providerId="LiveId" clId="{EEDAE3EB-AEB0-40E8-B4E1-1F7EDC38DCE6}" dt="2026-10-17T03:17:16.042" v="123"/>
        <pc:sldMkLst>
          <pc:docMk/>
          <pc:sldMk cId="916809265" sldId="280"/>
        </pc:sldMkLst>
        <pc:spChg chg="mod">
          <ac:chgData name="harish1813@gmail.com" userId="613d342206dc88bc" providerId="LiveId" clId="{EEDAE3EB-AEB0-40E8-B4E1-1F7EDC38DCE6}" dt="2026-10-17T03:17:16.042" v="123"/>
          <ac:spMkLst>
            <pc:docMk/>
            <pc:sldMk cId="916809265" sldId="280"/>
            <ac:spMk id="2" creationId="{580B39F0-6E08-10D0-00DF-D034EF3300DE}"/>
          </ac:spMkLst>
        </pc:spChg>
      </pc:sldChg>
      <pc:sldChg chg="addSp modSp new mod">
        <pc:chgData name="harish1813@gmail.com" userId="613d342206dc88bc" providerId="LiveId" clId="{EEDAE3EB-AEB0-40E8-B4E1-1F7EDC38DCE6}" dt="2026-10-17T04:09:49.899" v="178" actId="1076"/>
        <pc:sldMkLst>
          <pc:docMk/>
          <pc:sldMk cId="975529181" sldId="281"/>
        </pc:sldMkLst>
        <pc:spChg chg="add mod">
          <ac:chgData name="harish1813@gmail.com" userId="613d342206dc88bc" providerId="LiveId" clId="{EEDAE3EB-AEB0-40E8-B4E1-1F7EDC38DCE6}" dt="2026-10-17T04:09:21.355" v="131" actId="255"/>
          <ac:spMkLst>
            <pc:docMk/>
            <pc:sldMk cId="975529181" sldId="281"/>
            <ac:spMk id="2" creationId="{E3117FBA-544C-A1A1-EFC4-6170DBEF8F9E}"/>
          </ac:spMkLst>
        </pc:spChg>
        <pc:spChg chg="add mod">
          <ac:chgData name="harish1813@gmail.com" userId="613d342206dc88bc" providerId="LiveId" clId="{EEDAE3EB-AEB0-40E8-B4E1-1F7EDC38DCE6}" dt="2026-10-17T04:09:49.899" v="178" actId="1076"/>
          <ac:spMkLst>
            <pc:docMk/>
            <pc:sldMk cId="975529181" sldId="281"/>
            <ac:spMk id="3" creationId="{0B8A72DE-8199-528B-2305-50B3E0FA14C2}"/>
          </ac:spMkLst>
        </pc:spChg>
      </pc:sldChg>
      <pc:sldChg chg="addSp modSp new mod">
        <pc:chgData name="harish1813@gmail.com" userId="613d342206dc88bc" providerId="LiveId" clId="{EEDAE3EB-AEB0-40E8-B4E1-1F7EDC38DCE6}" dt="2026-10-17T04:14:26.740" v="760" actId="113"/>
        <pc:sldMkLst>
          <pc:docMk/>
          <pc:sldMk cId="3123658240" sldId="282"/>
        </pc:sldMkLst>
        <pc:spChg chg="add mod">
          <ac:chgData name="harish1813@gmail.com" userId="613d342206dc88bc" providerId="LiveId" clId="{EEDAE3EB-AEB0-40E8-B4E1-1F7EDC38DCE6}" dt="2026-10-17T04:14:26.740" v="760" actId="113"/>
          <ac:spMkLst>
            <pc:docMk/>
            <pc:sldMk cId="3123658240" sldId="282"/>
            <ac:spMk id="2" creationId="{00099A3A-006E-C280-4799-59353285EF31}"/>
          </ac:spMkLst>
        </pc:spChg>
      </pc:sldChg>
      <pc:sldChg chg="addSp delSp modSp new mod">
        <pc:chgData name="harish1813@gmail.com" userId="613d342206dc88bc" providerId="LiveId" clId="{EEDAE3EB-AEB0-40E8-B4E1-1F7EDC38DCE6}" dt="2026-10-17T21:11:14.816" v="899"/>
        <pc:sldMkLst>
          <pc:docMk/>
          <pc:sldMk cId="2909378546" sldId="283"/>
        </pc:sldMkLst>
        <pc:spChg chg="add mod">
          <ac:chgData name="harish1813@gmail.com" userId="613d342206dc88bc" providerId="LiveId" clId="{EEDAE3EB-AEB0-40E8-B4E1-1F7EDC38DCE6}" dt="2026-10-17T21:01:50.478" v="791" actId="20577"/>
          <ac:spMkLst>
            <pc:docMk/>
            <pc:sldMk cId="2909378546" sldId="283"/>
            <ac:spMk id="2" creationId="{76D471A1-AC61-CC0B-8E5B-0048141E19F0}"/>
          </ac:spMkLst>
        </pc:spChg>
        <pc:spChg chg="add mod">
          <ac:chgData name="harish1813@gmail.com" userId="613d342206dc88bc" providerId="LiveId" clId="{EEDAE3EB-AEB0-40E8-B4E1-1F7EDC38DCE6}" dt="2026-10-17T21:11:11.059" v="897" actId="20577"/>
          <ac:spMkLst>
            <pc:docMk/>
            <pc:sldMk cId="2909378546" sldId="283"/>
            <ac:spMk id="3" creationId="{58929C48-F537-2D27-8B68-05D6D946FFCA}"/>
          </ac:spMkLst>
        </pc:spChg>
        <pc:spChg chg="add mod">
          <ac:chgData name="harish1813@gmail.com" userId="613d342206dc88bc" providerId="LiveId" clId="{EEDAE3EB-AEB0-40E8-B4E1-1F7EDC38DCE6}" dt="2026-10-17T21:04:32.985" v="842" actId="1076"/>
          <ac:spMkLst>
            <pc:docMk/>
            <pc:sldMk cId="2909378546" sldId="283"/>
            <ac:spMk id="6" creationId="{BFE67544-1735-6C26-B99B-345CB722F6ED}"/>
          </ac:spMkLst>
        </pc:spChg>
        <pc:spChg chg="add mod">
          <ac:chgData name="harish1813@gmail.com" userId="613d342206dc88bc" providerId="LiveId" clId="{EEDAE3EB-AEB0-40E8-B4E1-1F7EDC38DCE6}" dt="2026-10-17T21:11:14.816" v="899"/>
          <ac:spMkLst>
            <pc:docMk/>
            <pc:sldMk cId="2909378546" sldId="283"/>
            <ac:spMk id="9" creationId="{198DF9CB-43E5-4FAF-A6F3-41D55AE159E0}"/>
          </ac:spMkLst>
        </pc:spChg>
        <pc:spChg chg="add mod">
          <ac:chgData name="harish1813@gmail.com" userId="613d342206dc88bc" providerId="LiveId" clId="{EEDAE3EB-AEB0-40E8-B4E1-1F7EDC38DCE6}" dt="2026-10-17T21:07:27.219" v="871" actId="14100"/>
          <ac:spMkLst>
            <pc:docMk/>
            <pc:sldMk cId="2909378546" sldId="283"/>
            <ac:spMk id="12" creationId="{049A5A60-9A48-10DA-AEC0-ED1E14146B84}"/>
          </ac:spMkLst>
        </pc:spChg>
        <pc:graphicFrameChg chg="add mod modGraphic">
          <ac:chgData name="harish1813@gmail.com" userId="613d342206dc88bc" providerId="LiveId" clId="{EEDAE3EB-AEB0-40E8-B4E1-1F7EDC38DCE6}" dt="2026-10-17T21:09:17.811" v="889" actId="14734"/>
          <ac:graphicFrameMkLst>
            <pc:docMk/>
            <pc:sldMk cId="2909378546" sldId="283"/>
            <ac:graphicFrameMk id="14" creationId="{B68C09E0-D816-5BC3-01E3-587195F6A21E}"/>
          </ac:graphicFrameMkLst>
        </pc:graphicFrameChg>
        <pc:cxnChg chg="add mod">
          <ac:chgData name="harish1813@gmail.com" userId="613d342206dc88bc" providerId="LiveId" clId="{EEDAE3EB-AEB0-40E8-B4E1-1F7EDC38DCE6}" dt="2026-10-17T21:04:46.560" v="844" actId="14100"/>
          <ac:cxnSpMkLst>
            <pc:docMk/>
            <pc:sldMk cId="2909378546" sldId="283"/>
            <ac:cxnSpMk id="5" creationId="{9E793DAA-9E8C-A3F4-4F49-830FCA43F8EC}"/>
          </ac:cxnSpMkLst>
        </pc:cxnChg>
        <pc:cxnChg chg="add ord">
          <ac:chgData name="harish1813@gmail.com" userId="613d342206dc88bc" providerId="LiveId" clId="{EEDAE3EB-AEB0-40E8-B4E1-1F7EDC38DCE6}" dt="2026-10-17T21:09:06.511" v="888" actId="166"/>
          <ac:cxnSpMkLst>
            <pc:docMk/>
            <pc:sldMk cId="2909378546" sldId="283"/>
            <ac:cxnSpMk id="11" creationId="{8A5100CA-FA87-22A7-ED59-915E68EB2C5E}"/>
          </ac:cxnSpMkLst>
        </pc:cxnChg>
        <pc:cxnChg chg="add">
          <ac:chgData name="harish1813@gmail.com" userId="613d342206dc88bc" providerId="LiveId" clId="{EEDAE3EB-AEB0-40E8-B4E1-1F7EDC38DCE6}" dt="2026-10-17T21:09:34.574" v="891" actId="11529"/>
          <ac:cxnSpMkLst>
            <pc:docMk/>
            <pc:sldMk cId="2909378546" sldId="283"/>
            <ac:cxnSpMk id="17" creationId="{F86D9994-7260-51F9-43DE-B63705C758E4}"/>
          </ac:cxnSpMkLst>
        </pc:cxnChg>
      </pc:sldChg>
      <pc:sldChg chg="addSp modSp new mod">
        <pc:chgData name="harish1813@gmail.com" userId="613d342206dc88bc" providerId="LiveId" clId="{EEDAE3EB-AEB0-40E8-B4E1-1F7EDC38DCE6}" dt="2026-10-17T21:49:21.565" v="980" actId="20577"/>
        <pc:sldMkLst>
          <pc:docMk/>
          <pc:sldMk cId="4113962985" sldId="284"/>
        </pc:sldMkLst>
        <pc:spChg chg="add mod">
          <ac:chgData name="harish1813@gmail.com" userId="613d342206dc88bc" providerId="LiveId" clId="{EEDAE3EB-AEB0-40E8-B4E1-1F7EDC38DCE6}" dt="2026-10-17T21:12:18.738" v="917" actId="14100"/>
          <ac:spMkLst>
            <pc:docMk/>
            <pc:sldMk cId="4113962985" sldId="284"/>
            <ac:spMk id="2" creationId="{46FEDB2C-003B-D67D-5D68-6376FF8A1DA3}"/>
          </ac:spMkLst>
        </pc:spChg>
        <pc:spChg chg="add mod">
          <ac:chgData name="harish1813@gmail.com" userId="613d342206dc88bc" providerId="LiveId" clId="{EEDAE3EB-AEB0-40E8-B4E1-1F7EDC38DCE6}" dt="2026-10-17T21:15:08.659" v="950"/>
          <ac:spMkLst>
            <pc:docMk/>
            <pc:sldMk cId="4113962985" sldId="284"/>
            <ac:spMk id="3" creationId="{82D09DD2-3568-8C27-7632-EE26329020FA}"/>
          </ac:spMkLst>
        </pc:spChg>
        <pc:spChg chg="add mod">
          <ac:chgData name="harish1813@gmail.com" userId="613d342206dc88bc" providerId="LiveId" clId="{EEDAE3EB-AEB0-40E8-B4E1-1F7EDC38DCE6}" dt="2026-10-17T21:49:02.763" v="962" actId="313"/>
          <ac:spMkLst>
            <pc:docMk/>
            <pc:sldMk cId="4113962985" sldId="284"/>
            <ac:spMk id="4" creationId="{9C62CFBE-B4E4-3155-7162-E199A67DAAC2}"/>
          </ac:spMkLst>
        </pc:spChg>
        <pc:spChg chg="add mod">
          <ac:chgData name="harish1813@gmail.com" userId="613d342206dc88bc" providerId="LiveId" clId="{EEDAE3EB-AEB0-40E8-B4E1-1F7EDC38DCE6}" dt="2026-10-17T21:49:21.565" v="980" actId="20577"/>
          <ac:spMkLst>
            <pc:docMk/>
            <pc:sldMk cId="4113962985" sldId="284"/>
            <ac:spMk id="5" creationId="{683ECC8C-6A12-E594-A2F2-91A7EEFE3885}"/>
          </ac:spMkLst>
        </pc:spChg>
      </pc:sldChg>
      <pc:sldChg chg="addSp modSp new mod">
        <pc:chgData name="harish1813@gmail.com" userId="613d342206dc88bc" providerId="LiveId" clId="{EEDAE3EB-AEB0-40E8-B4E1-1F7EDC38DCE6}" dt="2026-10-17T21:56:15.730" v="1111" actId="20577"/>
        <pc:sldMkLst>
          <pc:docMk/>
          <pc:sldMk cId="1431031091" sldId="285"/>
        </pc:sldMkLst>
        <pc:spChg chg="add mod">
          <ac:chgData name="harish1813@gmail.com" userId="613d342206dc88bc" providerId="LiveId" clId="{EEDAE3EB-AEB0-40E8-B4E1-1F7EDC38DCE6}" dt="2026-10-17T21:53:25.127" v="1048" actId="14100"/>
          <ac:spMkLst>
            <pc:docMk/>
            <pc:sldMk cId="1431031091" sldId="285"/>
            <ac:spMk id="2" creationId="{7CA33A42-3FBC-F964-E4A6-769FDD5991BB}"/>
          </ac:spMkLst>
        </pc:spChg>
        <pc:spChg chg="add mod">
          <ac:chgData name="harish1813@gmail.com" userId="613d342206dc88bc" providerId="LiveId" clId="{EEDAE3EB-AEB0-40E8-B4E1-1F7EDC38DCE6}" dt="2026-10-17T21:53:33.308" v="1049" actId="1076"/>
          <ac:spMkLst>
            <pc:docMk/>
            <pc:sldMk cId="1431031091" sldId="285"/>
            <ac:spMk id="3" creationId="{89131A63-C37D-B603-BF04-0327A1AC6E42}"/>
          </ac:spMkLst>
        </pc:spChg>
        <pc:spChg chg="add mod">
          <ac:chgData name="harish1813@gmail.com" userId="613d342206dc88bc" providerId="LiveId" clId="{EEDAE3EB-AEB0-40E8-B4E1-1F7EDC38DCE6}" dt="2026-10-17T21:54:19.343" v="1052" actId="14100"/>
          <ac:spMkLst>
            <pc:docMk/>
            <pc:sldMk cId="1431031091" sldId="285"/>
            <ac:spMk id="4" creationId="{F01DFB20-D212-B798-3D52-922525A62B31}"/>
          </ac:spMkLst>
        </pc:spChg>
        <pc:spChg chg="add mod">
          <ac:chgData name="harish1813@gmail.com" userId="613d342206dc88bc" providerId="LiveId" clId="{EEDAE3EB-AEB0-40E8-B4E1-1F7EDC38DCE6}" dt="2026-10-17T21:54:42.147" v="1072" actId="20577"/>
          <ac:spMkLst>
            <pc:docMk/>
            <pc:sldMk cId="1431031091" sldId="285"/>
            <ac:spMk id="5" creationId="{22CD400F-7FA6-EEC9-8EDA-7BE566DA8C49}"/>
          </ac:spMkLst>
        </pc:spChg>
        <pc:spChg chg="add mod">
          <ac:chgData name="harish1813@gmail.com" userId="613d342206dc88bc" providerId="LiveId" clId="{EEDAE3EB-AEB0-40E8-B4E1-1F7EDC38DCE6}" dt="2026-10-17T21:55:56.242" v="1086" actId="20577"/>
          <ac:spMkLst>
            <pc:docMk/>
            <pc:sldMk cId="1431031091" sldId="285"/>
            <ac:spMk id="6" creationId="{BF41A9B1-C2CA-8C84-83F1-A58FB73A4B04}"/>
          </ac:spMkLst>
        </pc:spChg>
        <pc:spChg chg="add mod">
          <ac:chgData name="harish1813@gmail.com" userId="613d342206dc88bc" providerId="LiveId" clId="{EEDAE3EB-AEB0-40E8-B4E1-1F7EDC38DCE6}" dt="2026-10-17T21:56:15.730" v="1111" actId="20577"/>
          <ac:spMkLst>
            <pc:docMk/>
            <pc:sldMk cId="1431031091" sldId="285"/>
            <ac:spMk id="7" creationId="{DF6804E3-F37E-58F6-D5EA-B5AD54E3387A}"/>
          </ac:spMkLst>
        </pc:spChg>
      </pc:sldChg>
      <pc:sldChg chg="addSp modSp new mod">
        <pc:chgData name="harish1813@gmail.com" userId="613d342206dc88bc" providerId="LiveId" clId="{EEDAE3EB-AEB0-40E8-B4E1-1F7EDC38DCE6}" dt="2026-10-17T22:04:13.501" v="1148" actId="5793"/>
        <pc:sldMkLst>
          <pc:docMk/>
          <pc:sldMk cId="395269091" sldId="286"/>
        </pc:sldMkLst>
        <pc:spChg chg="add mod">
          <ac:chgData name="harish1813@gmail.com" userId="613d342206dc88bc" providerId="LiveId" clId="{EEDAE3EB-AEB0-40E8-B4E1-1F7EDC38DCE6}" dt="2026-10-17T21:58:19.816" v="1119" actId="255"/>
          <ac:spMkLst>
            <pc:docMk/>
            <pc:sldMk cId="395269091" sldId="286"/>
            <ac:spMk id="2" creationId="{40625959-2E14-E70A-EBFC-C828DDB1EFAC}"/>
          </ac:spMkLst>
        </pc:spChg>
        <pc:spChg chg="add mod">
          <ac:chgData name="harish1813@gmail.com" userId="613d342206dc88bc" providerId="LiveId" clId="{EEDAE3EB-AEB0-40E8-B4E1-1F7EDC38DCE6}" dt="2026-10-17T21:58:36.740" v="1139" actId="20577"/>
          <ac:spMkLst>
            <pc:docMk/>
            <pc:sldMk cId="395269091" sldId="286"/>
            <ac:spMk id="3" creationId="{C75FE0E1-07C7-04EA-67AC-8B7E42A7AE23}"/>
          </ac:spMkLst>
        </pc:spChg>
        <pc:spChg chg="add mod">
          <ac:chgData name="harish1813@gmail.com" userId="613d342206dc88bc" providerId="LiveId" clId="{EEDAE3EB-AEB0-40E8-B4E1-1F7EDC38DCE6}" dt="2026-10-17T22:04:13.501" v="1148" actId="5793"/>
          <ac:spMkLst>
            <pc:docMk/>
            <pc:sldMk cId="395269091" sldId="286"/>
            <ac:spMk id="4" creationId="{E9286E45-925E-0266-4B71-99C327EF8A4B}"/>
          </ac:spMkLst>
        </pc:spChg>
      </pc:sldChg>
      <pc:sldChg chg="addSp delSp modSp new mod">
        <pc:chgData name="harish1813@gmail.com" userId="613d342206dc88bc" providerId="LiveId" clId="{EEDAE3EB-AEB0-40E8-B4E1-1F7EDC38DCE6}" dt="2026-10-17T22:12:39.657" v="1192" actId="14100"/>
        <pc:sldMkLst>
          <pc:docMk/>
          <pc:sldMk cId="1899206321" sldId="287"/>
        </pc:sldMkLst>
        <pc:spChg chg="add mod">
          <ac:chgData name="harish1813@gmail.com" userId="613d342206dc88bc" providerId="LiveId" clId="{EEDAE3EB-AEB0-40E8-B4E1-1F7EDC38DCE6}" dt="2026-10-17T22:07:03.007" v="1157" actId="14100"/>
          <ac:spMkLst>
            <pc:docMk/>
            <pc:sldMk cId="1899206321" sldId="287"/>
            <ac:spMk id="2" creationId="{634B7B7B-B56F-38B8-551E-8DB8AC625E0F}"/>
          </ac:spMkLst>
        </pc:spChg>
        <pc:spChg chg="add mod">
          <ac:chgData name="harish1813@gmail.com" userId="613d342206dc88bc" providerId="LiveId" clId="{EEDAE3EB-AEB0-40E8-B4E1-1F7EDC38DCE6}" dt="2026-10-17T22:10:22.209" v="1176" actId="14100"/>
          <ac:spMkLst>
            <pc:docMk/>
            <pc:sldMk cId="1899206321" sldId="287"/>
            <ac:spMk id="3" creationId="{11299B42-758E-9380-3CD7-8AC18054F0C3}"/>
          </ac:spMkLst>
        </pc:spChg>
        <pc:spChg chg="add mod">
          <ac:chgData name="harish1813@gmail.com" userId="613d342206dc88bc" providerId="LiveId" clId="{EEDAE3EB-AEB0-40E8-B4E1-1F7EDC38DCE6}" dt="2026-10-17T22:08:14.929" v="1165" actId="14100"/>
          <ac:spMkLst>
            <pc:docMk/>
            <pc:sldMk cId="1899206321" sldId="287"/>
            <ac:spMk id="4" creationId="{0109A168-2C00-A8CF-7D8B-C4F1A3D04A20}"/>
          </ac:spMkLst>
        </pc:spChg>
        <pc:spChg chg="add mod">
          <ac:chgData name="harish1813@gmail.com" userId="613d342206dc88bc" providerId="LiveId" clId="{EEDAE3EB-AEB0-40E8-B4E1-1F7EDC38DCE6}" dt="2026-10-17T22:12:39.657" v="1192" actId="14100"/>
          <ac:spMkLst>
            <pc:docMk/>
            <pc:sldMk cId="1899206321" sldId="287"/>
            <ac:spMk id="7" creationId="{2DD6BEC9-9048-4322-1F08-9B1C6AAC3621}"/>
          </ac:spMkLst>
        </pc:spChg>
        <pc:graphicFrameChg chg="add mod modGraphic">
          <ac:chgData name="harish1813@gmail.com" userId="613d342206dc88bc" providerId="LiveId" clId="{EEDAE3EB-AEB0-40E8-B4E1-1F7EDC38DCE6}" dt="2026-10-17T22:10:28.005" v="1177" actId="1076"/>
          <ac:graphicFrameMkLst>
            <pc:docMk/>
            <pc:sldMk cId="1899206321" sldId="287"/>
            <ac:graphicFrameMk id="5" creationId="{41B72EBA-2C89-9C17-F74F-22EC80A9D25A}"/>
          </ac:graphicFrameMkLst>
        </pc:graphicFrameChg>
      </pc:sldChg>
      <pc:sldChg chg="addSp delSp modSp new mod">
        <pc:chgData name="harish1813@gmail.com" userId="613d342206dc88bc" providerId="LiveId" clId="{EEDAE3EB-AEB0-40E8-B4E1-1F7EDC38DCE6}" dt="2026-10-24T23:40:31.841" v="7966" actId="14100"/>
        <pc:sldMkLst>
          <pc:docMk/>
          <pc:sldMk cId="3183388115" sldId="288"/>
        </pc:sldMkLst>
        <pc:spChg chg="add mod">
          <ac:chgData name="harish1813@gmail.com" userId="613d342206dc88bc" providerId="LiveId" clId="{EEDAE3EB-AEB0-40E8-B4E1-1F7EDC38DCE6}" dt="2026-10-18T21:00:27.789" v="1241" actId="14100"/>
          <ac:spMkLst>
            <pc:docMk/>
            <pc:sldMk cId="3183388115" sldId="288"/>
            <ac:spMk id="2" creationId="{6AE804F3-FA95-184C-0A9C-8E4711FC584A}"/>
          </ac:spMkLst>
        </pc:spChg>
        <pc:spChg chg="add mod">
          <ac:chgData name="harish1813@gmail.com" userId="613d342206dc88bc" providerId="LiveId" clId="{EEDAE3EB-AEB0-40E8-B4E1-1F7EDC38DCE6}" dt="2026-10-18T21:00:27.789" v="1241" actId="14100"/>
          <ac:spMkLst>
            <pc:docMk/>
            <pc:sldMk cId="3183388115" sldId="288"/>
            <ac:spMk id="14" creationId="{C21ABF79-350B-46E8-A808-FED9D5E5C49C}"/>
          </ac:spMkLst>
        </pc:spChg>
        <pc:graphicFrameChg chg="add mod modGraphic">
          <ac:chgData name="harish1813@gmail.com" userId="613d342206dc88bc" providerId="LiveId" clId="{EEDAE3EB-AEB0-40E8-B4E1-1F7EDC38DCE6}" dt="2026-10-18T21:05:08.188" v="1285" actId="108"/>
          <ac:graphicFrameMkLst>
            <pc:docMk/>
            <pc:sldMk cId="3183388115" sldId="288"/>
            <ac:graphicFrameMk id="12" creationId="{3F5097F5-02AC-AB5A-8D61-0C7451BB7EDF}"/>
          </ac:graphicFrameMkLst>
        </pc:graphicFrameChg>
        <pc:picChg chg="add mod">
          <ac:chgData name="harish1813@gmail.com" userId="613d342206dc88bc" providerId="LiveId" clId="{EEDAE3EB-AEB0-40E8-B4E1-1F7EDC38DCE6}" dt="2026-10-24T23:40:31.841" v="7966" actId="14100"/>
          <ac:picMkLst>
            <pc:docMk/>
            <pc:sldMk cId="3183388115" sldId="288"/>
            <ac:picMk id="4" creationId="{6DB07789-0EB6-FCFD-CFB5-5BDC586E658A}"/>
          </ac:picMkLst>
        </pc:picChg>
      </pc:sldChg>
      <pc:sldChg chg="addSp modSp new mod">
        <pc:chgData name="harish1813@gmail.com" userId="613d342206dc88bc" providerId="LiveId" clId="{EEDAE3EB-AEB0-40E8-B4E1-1F7EDC38DCE6}" dt="2026-10-18T21:06:03.437" v="1314" actId="20577"/>
        <pc:sldMkLst>
          <pc:docMk/>
          <pc:sldMk cId="2349531167" sldId="289"/>
        </pc:sldMkLst>
        <pc:spChg chg="add mod">
          <ac:chgData name="harish1813@gmail.com" userId="613d342206dc88bc" providerId="LiveId" clId="{EEDAE3EB-AEB0-40E8-B4E1-1F7EDC38DCE6}" dt="2026-10-18T21:05:56.011" v="1296" actId="1076"/>
          <ac:spMkLst>
            <pc:docMk/>
            <pc:sldMk cId="2349531167" sldId="289"/>
            <ac:spMk id="4" creationId="{74BB4FE1-D5F6-ED11-BBCA-14BFC9638AF4}"/>
          </ac:spMkLst>
        </pc:spChg>
        <pc:graphicFrameChg chg="add mod modGraphic">
          <ac:chgData name="harish1813@gmail.com" userId="613d342206dc88bc" providerId="LiveId" clId="{EEDAE3EB-AEB0-40E8-B4E1-1F7EDC38DCE6}" dt="2026-10-18T21:06:03.437" v="1314" actId="20577"/>
          <ac:graphicFrameMkLst>
            <pc:docMk/>
            <pc:sldMk cId="2349531167" sldId="289"/>
            <ac:graphicFrameMk id="2" creationId="{D6856B60-3155-4C8C-603A-5D0676677BF6}"/>
          </ac:graphicFrameMkLst>
        </pc:graphicFrameChg>
      </pc:sldChg>
      <pc:sldChg chg="addSp modSp new mod">
        <pc:chgData name="harish1813@gmail.com" userId="613d342206dc88bc" providerId="LiveId" clId="{EEDAE3EB-AEB0-40E8-B4E1-1F7EDC38DCE6}" dt="2026-10-25T00:14:18.776" v="8321" actId="20577"/>
        <pc:sldMkLst>
          <pc:docMk/>
          <pc:sldMk cId="2226876927" sldId="290"/>
        </pc:sldMkLst>
        <pc:spChg chg="add mod">
          <ac:chgData name="harish1813@gmail.com" userId="613d342206dc88bc" providerId="LiveId" clId="{EEDAE3EB-AEB0-40E8-B4E1-1F7EDC38DCE6}" dt="2026-10-18T21:06:43.768" v="1319" actId="1076"/>
          <ac:spMkLst>
            <pc:docMk/>
            <pc:sldMk cId="2226876927" sldId="290"/>
            <ac:spMk id="4" creationId="{11C840BB-B9F0-357A-E867-AC0E83784576}"/>
          </ac:spMkLst>
        </pc:spChg>
        <pc:graphicFrameChg chg="add mod modGraphic">
          <ac:chgData name="harish1813@gmail.com" userId="613d342206dc88bc" providerId="LiveId" clId="{EEDAE3EB-AEB0-40E8-B4E1-1F7EDC38DCE6}" dt="2026-10-25T00:14:18.776" v="8321" actId="20577"/>
          <ac:graphicFrameMkLst>
            <pc:docMk/>
            <pc:sldMk cId="2226876927" sldId="290"/>
            <ac:graphicFrameMk id="2" creationId="{8DF67439-919E-C2F9-19A7-CB46D0207604}"/>
          </ac:graphicFrameMkLst>
        </pc:graphicFrameChg>
      </pc:sldChg>
      <pc:sldChg chg="addSp modSp new mod">
        <pc:chgData name="harish1813@gmail.com" userId="613d342206dc88bc" providerId="LiveId" clId="{EEDAE3EB-AEB0-40E8-B4E1-1F7EDC38DCE6}" dt="2026-10-25T00:14:25.593" v="8339" actId="20577"/>
        <pc:sldMkLst>
          <pc:docMk/>
          <pc:sldMk cId="731564642" sldId="291"/>
        </pc:sldMkLst>
        <pc:spChg chg="add mod">
          <ac:chgData name="harish1813@gmail.com" userId="613d342206dc88bc" providerId="LiveId" clId="{EEDAE3EB-AEB0-40E8-B4E1-1F7EDC38DCE6}" dt="2026-10-18T21:07:09.838" v="1323" actId="1076"/>
          <ac:spMkLst>
            <pc:docMk/>
            <pc:sldMk cId="731564642" sldId="291"/>
            <ac:spMk id="4" creationId="{B30EA5AA-8FD6-4998-FA88-030B788126EA}"/>
          </ac:spMkLst>
        </pc:spChg>
        <pc:graphicFrameChg chg="add mod modGraphic">
          <ac:chgData name="harish1813@gmail.com" userId="613d342206dc88bc" providerId="LiveId" clId="{EEDAE3EB-AEB0-40E8-B4E1-1F7EDC38DCE6}" dt="2026-10-25T00:14:25.593" v="8339" actId="20577"/>
          <ac:graphicFrameMkLst>
            <pc:docMk/>
            <pc:sldMk cId="731564642" sldId="291"/>
            <ac:graphicFrameMk id="2" creationId="{75B93887-E748-4FFF-E3F9-FDCE39DA8E9D}"/>
          </ac:graphicFrameMkLst>
        </pc:graphicFrameChg>
      </pc:sldChg>
      <pc:sldChg chg="addSp modSp new mod">
        <pc:chgData name="harish1813@gmail.com" userId="613d342206dc88bc" providerId="LiveId" clId="{EEDAE3EB-AEB0-40E8-B4E1-1F7EDC38DCE6}" dt="2026-10-18T22:33:03.829" v="1440" actId="14100"/>
        <pc:sldMkLst>
          <pc:docMk/>
          <pc:sldMk cId="1664550030" sldId="292"/>
        </pc:sldMkLst>
        <pc:spChg chg="add mod">
          <ac:chgData name="harish1813@gmail.com" userId="613d342206dc88bc" providerId="LiveId" clId="{EEDAE3EB-AEB0-40E8-B4E1-1F7EDC38DCE6}" dt="2026-10-18T21:15:09.573" v="1366" actId="20577"/>
          <ac:spMkLst>
            <pc:docMk/>
            <pc:sldMk cId="1664550030" sldId="292"/>
            <ac:spMk id="2" creationId="{96758598-B50A-45D8-64E9-6E0285370C8E}"/>
          </ac:spMkLst>
        </pc:spChg>
        <pc:spChg chg="add mod">
          <ac:chgData name="harish1813@gmail.com" userId="613d342206dc88bc" providerId="LiveId" clId="{EEDAE3EB-AEB0-40E8-B4E1-1F7EDC38DCE6}" dt="2026-10-18T21:17:24.029" v="1391" actId="255"/>
          <ac:spMkLst>
            <pc:docMk/>
            <pc:sldMk cId="1664550030" sldId="292"/>
            <ac:spMk id="3" creationId="{583B7271-A50F-659A-25A0-052983173175}"/>
          </ac:spMkLst>
        </pc:spChg>
        <pc:spChg chg="add mod">
          <ac:chgData name="harish1813@gmail.com" userId="613d342206dc88bc" providerId="LiveId" clId="{EEDAE3EB-AEB0-40E8-B4E1-1F7EDC38DCE6}" dt="2026-10-18T21:20:36.171" v="1400" actId="14100"/>
          <ac:spMkLst>
            <pc:docMk/>
            <pc:sldMk cId="1664550030" sldId="292"/>
            <ac:spMk id="7" creationId="{4B4EF54A-80BD-E1F5-F899-8D8AA9B8A5EB}"/>
          </ac:spMkLst>
        </pc:spChg>
        <pc:spChg chg="add mod">
          <ac:chgData name="harish1813@gmail.com" userId="613d342206dc88bc" providerId="LiveId" clId="{EEDAE3EB-AEB0-40E8-B4E1-1F7EDC38DCE6}" dt="2026-10-18T21:30:48.600" v="1411" actId="14100"/>
          <ac:spMkLst>
            <pc:docMk/>
            <pc:sldMk cId="1664550030" sldId="292"/>
            <ac:spMk id="9" creationId="{1ACDE531-E808-8ED8-E72E-36D032C9BB1C}"/>
          </ac:spMkLst>
        </pc:spChg>
        <pc:spChg chg="add mod">
          <ac:chgData name="harish1813@gmail.com" userId="613d342206dc88bc" providerId="LiveId" clId="{EEDAE3EB-AEB0-40E8-B4E1-1F7EDC38DCE6}" dt="2026-10-18T22:19:00.765" v="1416" actId="14100"/>
          <ac:spMkLst>
            <pc:docMk/>
            <pc:sldMk cId="1664550030" sldId="292"/>
            <ac:spMk id="12" creationId="{817A1C85-5437-1F0E-19F6-4A85529C255A}"/>
          </ac:spMkLst>
        </pc:spChg>
        <pc:spChg chg="add mod">
          <ac:chgData name="harish1813@gmail.com" userId="613d342206dc88bc" providerId="LiveId" clId="{EEDAE3EB-AEB0-40E8-B4E1-1F7EDC38DCE6}" dt="2026-10-18T22:33:03.829" v="1440" actId="14100"/>
          <ac:spMkLst>
            <pc:docMk/>
            <pc:sldMk cId="1664550030" sldId="292"/>
            <ac:spMk id="13" creationId="{49BDE193-B208-011A-44C4-BACA2A5855FA}"/>
          </ac:spMkLst>
        </pc:spChg>
        <pc:cxnChg chg="add mod">
          <ac:chgData name="harish1813@gmail.com" userId="613d342206dc88bc" providerId="LiveId" clId="{EEDAE3EB-AEB0-40E8-B4E1-1F7EDC38DCE6}" dt="2026-10-18T21:20:42.468" v="1401" actId="14100"/>
          <ac:cxnSpMkLst>
            <pc:docMk/>
            <pc:sldMk cId="1664550030" sldId="292"/>
            <ac:cxnSpMk id="5" creationId="{55BADBAA-D9DE-2981-2BEC-20674879811C}"/>
          </ac:cxnSpMkLst>
        </pc:cxnChg>
        <pc:cxnChg chg="add">
          <ac:chgData name="harish1813@gmail.com" userId="613d342206dc88bc" providerId="LiveId" clId="{EEDAE3EB-AEB0-40E8-B4E1-1F7EDC38DCE6}" dt="2026-10-18T21:31:02.088" v="1412" actId="11529"/>
          <ac:cxnSpMkLst>
            <pc:docMk/>
            <pc:sldMk cId="1664550030" sldId="292"/>
            <ac:cxnSpMk id="11" creationId="{19F59DCE-BEA8-2B0C-66F9-8EDA56F5B3F7}"/>
          </ac:cxnSpMkLst>
        </pc:cxnChg>
      </pc:sldChg>
      <pc:sldChg chg="addSp modSp new mod">
        <pc:chgData name="harish1813@gmail.com" userId="613d342206dc88bc" providerId="LiveId" clId="{EEDAE3EB-AEB0-40E8-B4E1-1F7EDC38DCE6}" dt="2026-10-22T17:41:20.180" v="2262" actId="14100"/>
        <pc:sldMkLst>
          <pc:docMk/>
          <pc:sldMk cId="791214888" sldId="293"/>
        </pc:sldMkLst>
        <pc:spChg chg="add mod">
          <ac:chgData name="harish1813@gmail.com" userId="613d342206dc88bc" providerId="LiveId" clId="{EEDAE3EB-AEB0-40E8-B4E1-1F7EDC38DCE6}" dt="2026-10-22T17:33:38.951" v="1470" actId="14100"/>
          <ac:spMkLst>
            <pc:docMk/>
            <pc:sldMk cId="791214888" sldId="293"/>
            <ac:spMk id="2" creationId="{166C0265-39A6-29DB-1AD1-CEB314F1C07E}"/>
          </ac:spMkLst>
        </pc:spChg>
        <pc:spChg chg="add mod">
          <ac:chgData name="harish1813@gmail.com" userId="613d342206dc88bc" providerId="LiveId" clId="{EEDAE3EB-AEB0-40E8-B4E1-1F7EDC38DCE6}" dt="2026-10-18T22:33:46.455" v="1467" actId="20577"/>
          <ac:spMkLst>
            <pc:docMk/>
            <pc:sldMk cId="791214888" sldId="293"/>
            <ac:spMk id="3" creationId="{50C1B413-B8B2-FAC3-D495-055B1AE583A4}"/>
          </ac:spMkLst>
        </pc:spChg>
        <pc:spChg chg="add mod">
          <ac:chgData name="harish1813@gmail.com" userId="613d342206dc88bc" providerId="LiveId" clId="{EEDAE3EB-AEB0-40E8-B4E1-1F7EDC38DCE6}" dt="2026-10-22T17:41:14.612" v="2261" actId="20577"/>
          <ac:spMkLst>
            <pc:docMk/>
            <pc:sldMk cId="791214888" sldId="293"/>
            <ac:spMk id="4" creationId="{75E97A83-709A-D486-AFA7-E397463D3D64}"/>
          </ac:spMkLst>
        </pc:spChg>
        <pc:cxnChg chg="add mod">
          <ac:chgData name="harish1813@gmail.com" userId="613d342206dc88bc" providerId="LiveId" clId="{EEDAE3EB-AEB0-40E8-B4E1-1F7EDC38DCE6}" dt="2026-10-22T17:40:10.118" v="2204" actId="14100"/>
          <ac:cxnSpMkLst>
            <pc:docMk/>
            <pc:sldMk cId="791214888" sldId="293"/>
            <ac:cxnSpMk id="6" creationId="{EFFE2FC7-AFC0-755A-1390-C2208D62791F}"/>
          </ac:cxnSpMkLst>
        </pc:cxnChg>
        <pc:cxnChg chg="add mod">
          <ac:chgData name="harish1813@gmail.com" userId="613d342206dc88bc" providerId="LiveId" clId="{EEDAE3EB-AEB0-40E8-B4E1-1F7EDC38DCE6}" dt="2026-10-22T17:41:20.180" v="2262" actId="14100"/>
          <ac:cxnSpMkLst>
            <pc:docMk/>
            <pc:sldMk cId="791214888" sldId="293"/>
            <ac:cxnSpMk id="12" creationId="{E9ABF6C5-52BB-5E35-E782-EB195CDA42B2}"/>
          </ac:cxnSpMkLst>
        </pc:cxnChg>
      </pc:sldChg>
      <pc:sldChg chg="addSp modSp new mod">
        <pc:chgData name="harish1813@gmail.com" userId="613d342206dc88bc" providerId="LiveId" clId="{EEDAE3EB-AEB0-40E8-B4E1-1F7EDC38DCE6}" dt="2026-10-22T17:51:23.947" v="3038" actId="11529"/>
        <pc:sldMkLst>
          <pc:docMk/>
          <pc:sldMk cId="138592998" sldId="294"/>
        </pc:sldMkLst>
        <pc:spChg chg="add mod">
          <ac:chgData name="harish1813@gmail.com" userId="613d342206dc88bc" providerId="LiveId" clId="{EEDAE3EB-AEB0-40E8-B4E1-1F7EDC38DCE6}" dt="2026-10-22T17:43:32.752" v="2334" actId="14100"/>
          <ac:spMkLst>
            <pc:docMk/>
            <pc:sldMk cId="138592998" sldId="294"/>
            <ac:spMk id="2" creationId="{A2E2391E-C225-4349-266F-01C00F20A8F5}"/>
          </ac:spMkLst>
        </pc:spChg>
        <pc:spChg chg="add mod">
          <ac:chgData name="harish1813@gmail.com" userId="613d342206dc88bc" providerId="LiveId" clId="{EEDAE3EB-AEB0-40E8-B4E1-1F7EDC38DCE6}" dt="2026-10-22T17:42:57.576" v="2333" actId="20577"/>
          <ac:spMkLst>
            <pc:docMk/>
            <pc:sldMk cId="138592998" sldId="294"/>
            <ac:spMk id="3" creationId="{8725B788-326E-F52A-2726-63EF23F28AB4}"/>
          </ac:spMkLst>
        </pc:spChg>
        <pc:spChg chg="add mod">
          <ac:chgData name="harish1813@gmail.com" userId="613d342206dc88bc" providerId="LiveId" clId="{EEDAE3EB-AEB0-40E8-B4E1-1F7EDC38DCE6}" dt="2026-10-22T17:50:01.688" v="3029" actId="20577"/>
          <ac:spMkLst>
            <pc:docMk/>
            <pc:sldMk cId="138592998" sldId="294"/>
            <ac:spMk id="4" creationId="{B27C4DC2-4767-65B7-6843-2B9A2529F418}"/>
          </ac:spMkLst>
        </pc:spChg>
        <pc:cxnChg chg="add mod">
          <ac:chgData name="harish1813@gmail.com" userId="613d342206dc88bc" providerId="LiveId" clId="{EEDAE3EB-AEB0-40E8-B4E1-1F7EDC38DCE6}" dt="2026-10-22T17:51:14.561" v="3037" actId="14100"/>
          <ac:cxnSpMkLst>
            <pc:docMk/>
            <pc:sldMk cId="138592998" sldId="294"/>
            <ac:cxnSpMk id="6" creationId="{3D42AE68-4464-E774-6062-4BDD8FCF8A10}"/>
          </ac:cxnSpMkLst>
        </pc:cxnChg>
        <pc:cxnChg chg="add mod">
          <ac:chgData name="harish1813@gmail.com" userId="613d342206dc88bc" providerId="LiveId" clId="{EEDAE3EB-AEB0-40E8-B4E1-1F7EDC38DCE6}" dt="2026-10-22T17:51:02.151" v="3034" actId="14100"/>
          <ac:cxnSpMkLst>
            <pc:docMk/>
            <pc:sldMk cId="138592998" sldId="294"/>
            <ac:cxnSpMk id="8" creationId="{D35E6D58-FE08-78AA-C4EA-AA91967AE82F}"/>
          </ac:cxnSpMkLst>
        </pc:cxnChg>
        <pc:cxnChg chg="add">
          <ac:chgData name="harish1813@gmail.com" userId="613d342206dc88bc" providerId="LiveId" clId="{EEDAE3EB-AEB0-40E8-B4E1-1F7EDC38DCE6}" dt="2026-10-22T17:51:23.947" v="3038" actId="11529"/>
          <ac:cxnSpMkLst>
            <pc:docMk/>
            <pc:sldMk cId="138592998" sldId="294"/>
            <ac:cxnSpMk id="14" creationId="{5CFC408B-558A-5EA7-FC7C-515DAF881958}"/>
          </ac:cxnSpMkLst>
        </pc:cxnChg>
      </pc:sldChg>
      <pc:sldChg chg="addSp delSp modSp new mod">
        <pc:chgData name="harish1813@gmail.com" userId="613d342206dc88bc" providerId="LiveId" clId="{EEDAE3EB-AEB0-40E8-B4E1-1F7EDC38DCE6}" dt="2026-10-24T06:34:48.149" v="3692" actId="11529"/>
        <pc:sldMkLst>
          <pc:docMk/>
          <pc:sldMk cId="147191267" sldId="295"/>
        </pc:sldMkLst>
        <pc:spChg chg="add mod">
          <ac:chgData name="harish1813@gmail.com" userId="613d342206dc88bc" providerId="LiveId" clId="{EEDAE3EB-AEB0-40E8-B4E1-1F7EDC38DCE6}" dt="2026-10-22T18:40:59.444" v="3062" actId="20577"/>
          <ac:spMkLst>
            <pc:docMk/>
            <pc:sldMk cId="147191267" sldId="295"/>
            <ac:spMk id="2" creationId="{554C575D-EE50-3A80-F967-CEB8F72CC996}"/>
          </ac:spMkLst>
        </pc:spChg>
        <pc:spChg chg="add mod">
          <ac:chgData name="harish1813@gmail.com" userId="613d342206dc88bc" providerId="LiveId" clId="{EEDAE3EB-AEB0-40E8-B4E1-1F7EDC38DCE6}" dt="2026-10-22T20:22:57.052" v="3065"/>
          <ac:spMkLst>
            <pc:docMk/>
            <pc:sldMk cId="147191267" sldId="295"/>
            <ac:spMk id="3" creationId="{BF0779C7-477F-FA03-9863-F08289FEF72D}"/>
          </ac:spMkLst>
        </pc:spChg>
        <pc:spChg chg="add mod">
          <ac:chgData name="harish1813@gmail.com" userId="613d342206dc88bc" providerId="LiveId" clId="{EEDAE3EB-AEB0-40E8-B4E1-1F7EDC38DCE6}" dt="2026-10-22T20:55:03.674" v="3082" actId="20577"/>
          <ac:spMkLst>
            <pc:docMk/>
            <pc:sldMk cId="147191267" sldId="295"/>
            <ac:spMk id="4" creationId="{D29ECF54-14B8-DE65-9FF3-57AB639AEA4D}"/>
          </ac:spMkLst>
        </pc:spChg>
        <pc:spChg chg="add mod">
          <ac:chgData name="harish1813@gmail.com" userId="613d342206dc88bc" providerId="LiveId" clId="{EEDAE3EB-AEB0-40E8-B4E1-1F7EDC38DCE6}" dt="2026-10-24T06:31:44.630" v="3268" actId="14100"/>
          <ac:spMkLst>
            <pc:docMk/>
            <pc:sldMk cId="147191267" sldId="295"/>
            <ac:spMk id="5" creationId="{72C7E082-DAB4-61AE-EC62-6FF4B1705527}"/>
          </ac:spMkLst>
        </pc:spChg>
        <pc:spChg chg="add mod">
          <ac:chgData name="harish1813@gmail.com" userId="613d342206dc88bc" providerId="LiveId" clId="{EEDAE3EB-AEB0-40E8-B4E1-1F7EDC38DCE6}" dt="2026-10-24T06:31:40.846" v="3267" actId="1076"/>
          <ac:spMkLst>
            <pc:docMk/>
            <pc:sldMk cId="147191267" sldId="295"/>
            <ac:spMk id="7" creationId="{E2B8EDCC-2EF6-8752-C344-0CC2D2882AB2}"/>
          </ac:spMkLst>
        </pc:spChg>
        <pc:spChg chg="add mod">
          <ac:chgData name="harish1813@gmail.com" userId="613d342206dc88bc" providerId="LiveId" clId="{EEDAE3EB-AEB0-40E8-B4E1-1F7EDC38DCE6}" dt="2026-10-24T06:34:42.174" v="3691" actId="14100"/>
          <ac:spMkLst>
            <pc:docMk/>
            <pc:sldMk cId="147191267" sldId="295"/>
            <ac:spMk id="8" creationId="{E64094A2-570E-DC73-8F64-0778BB86E949}"/>
          </ac:spMkLst>
        </pc:spChg>
        <pc:cxnChg chg="add mod">
          <ac:chgData name="harish1813@gmail.com" userId="613d342206dc88bc" providerId="LiveId" clId="{EEDAE3EB-AEB0-40E8-B4E1-1F7EDC38DCE6}" dt="2026-10-24T06:32:25.274" v="3274" actId="14100"/>
          <ac:cxnSpMkLst>
            <pc:docMk/>
            <pc:sldMk cId="147191267" sldId="295"/>
            <ac:cxnSpMk id="10" creationId="{4E416052-4D0A-778E-07F6-43B103C44EB6}"/>
          </ac:cxnSpMkLst>
        </pc:cxnChg>
        <pc:cxnChg chg="add">
          <ac:chgData name="harish1813@gmail.com" userId="613d342206dc88bc" providerId="LiveId" clId="{EEDAE3EB-AEB0-40E8-B4E1-1F7EDC38DCE6}" dt="2026-10-24T06:34:48.149" v="3692" actId="11529"/>
          <ac:cxnSpMkLst>
            <pc:docMk/>
            <pc:sldMk cId="147191267" sldId="295"/>
            <ac:cxnSpMk id="15" creationId="{CBE9AC36-CB3D-99DA-E5CF-B39EE3B681B0}"/>
          </ac:cxnSpMkLst>
        </pc:cxnChg>
      </pc:sldChg>
      <pc:sldChg chg="addSp modSp new mod">
        <pc:chgData name="harish1813@gmail.com" userId="613d342206dc88bc" providerId="LiveId" clId="{EEDAE3EB-AEB0-40E8-B4E1-1F7EDC38DCE6}" dt="2026-10-24T07:11:10.736" v="6316" actId="20577"/>
        <pc:sldMkLst>
          <pc:docMk/>
          <pc:sldMk cId="930629360" sldId="296"/>
        </pc:sldMkLst>
        <pc:spChg chg="add mod">
          <ac:chgData name="harish1813@gmail.com" userId="613d342206dc88bc" providerId="LiveId" clId="{EEDAE3EB-AEB0-40E8-B4E1-1F7EDC38DCE6}" dt="2026-10-22T20:58:56.206" v="3144" actId="14100"/>
          <ac:spMkLst>
            <pc:docMk/>
            <pc:sldMk cId="930629360" sldId="296"/>
            <ac:spMk id="2" creationId="{839EA02B-0F8E-7BA6-43A3-6C69C30B6AD5}"/>
          </ac:spMkLst>
        </pc:spChg>
        <pc:spChg chg="add mod">
          <ac:chgData name="harish1813@gmail.com" userId="613d342206dc88bc" providerId="LiveId" clId="{EEDAE3EB-AEB0-40E8-B4E1-1F7EDC38DCE6}" dt="2026-10-24T06:35:27.770" v="3695" actId="1076"/>
          <ac:spMkLst>
            <pc:docMk/>
            <pc:sldMk cId="930629360" sldId="296"/>
            <ac:spMk id="3" creationId="{6ABA478E-CB40-2E6B-C4A4-40B86C493950}"/>
          </ac:spMkLst>
        </pc:spChg>
        <pc:spChg chg="add mod">
          <ac:chgData name="harish1813@gmail.com" userId="613d342206dc88bc" providerId="LiveId" clId="{EEDAE3EB-AEB0-40E8-B4E1-1F7EDC38DCE6}" dt="2026-10-24T07:11:10.736" v="6316" actId="20577"/>
          <ac:spMkLst>
            <pc:docMk/>
            <pc:sldMk cId="930629360" sldId="296"/>
            <ac:spMk id="4" creationId="{8FEF91A1-C243-7EAE-7392-1153BD538F76}"/>
          </ac:spMkLst>
        </pc:spChg>
      </pc:sldChg>
      <pc:sldChg chg="addSp modSp new mod">
        <pc:chgData name="harish1813@gmail.com" userId="613d342206dc88bc" providerId="LiveId" clId="{EEDAE3EB-AEB0-40E8-B4E1-1F7EDC38DCE6}" dt="2026-10-24T06:59:21.656" v="5464" actId="14100"/>
        <pc:sldMkLst>
          <pc:docMk/>
          <pc:sldMk cId="1671015485" sldId="297"/>
        </pc:sldMkLst>
        <pc:spChg chg="add mod">
          <ac:chgData name="harish1813@gmail.com" userId="613d342206dc88bc" providerId="LiveId" clId="{EEDAE3EB-AEB0-40E8-B4E1-1F7EDC38DCE6}" dt="2026-10-24T06:52:27.728" v="4570" actId="1076"/>
          <ac:spMkLst>
            <pc:docMk/>
            <pc:sldMk cId="1671015485" sldId="297"/>
            <ac:spMk id="2" creationId="{C79CB8C1-AB44-07D2-EAE1-BFA4CFABDAD0}"/>
          </ac:spMkLst>
        </pc:spChg>
        <pc:spChg chg="add mod">
          <ac:chgData name="harish1813@gmail.com" userId="613d342206dc88bc" providerId="LiveId" clId="{EEDAE3EB-AEB0-40E8-B4E1-1F7EDC38DCE6}" dt="2026-10-24T06:52:48.263" v="4576" actId="1076"/>
          <ac:spMkLst>
            <pc:docMk/>
            <pc:sldMk cId="1671015485" sldId="297"/>
            <ac:spMk id="3" creationId="{F2B60755-FB30-3CF7-4230-3C1997174A67}"/>
          </ac:spMkLst>
        </pc:spChg>
        <pc:spChg chg="add mod">
          <ac:chgData name="harish1813@gmail.com" userId="613d342206dc88bc" providerId="LiveId" clId="{EEDAE3EB-AEB0-40E8-B4E1-1F7EDC38DCE6}" dt="2026-10-24T06:58:40.850" v="5411"/>
          <ac:spMkLst>
            <pc:docMk/>
            <pc:sldMk cId="1671015485" sldId="297"/>
            <ac:spMk id="4" creationId="{82FB5EDD-BBE0-98F8-4529-9A81B72358FF}"/>
          </ac:spMkLst>
        </pc:spChg>
        <pc:spChg chg="add mod">
          <ac:chgData name="harish1813@gmail.com" userId="613d342206dc88bc" providerId="LiveId" clId="{EEDAE3EB-AEB0-40E8-B4E1-1F7EDC38DCE6}" dt="2026-10-24T06:59:21.656" v="5464" actId="14100"/>
          <ac:spMkLst>
            <pc:docMk/>
            <pc:sldMk cId="1671015485" sldId="297"/>
            <ac:spMk id="5" creationId="{EF5F6A13-4A64-E3AB-0A20-347C84B86EC5}"/>
          </ac:spMkLst>
        </pc:spChg>
      </pc:sldChg>
      <pc:sldChg chg="addSp delSp modSp new mod">
        <pc:chgData name="harish1813@gmail.com" userId="613d342206dc88bc" providerId="LiveId" clId="{EEDAE3EB-AEB0-40E8-B4E1-1F7EDC38DCE6}" dt="2026-10-24T07:21:28.959" v="6557" actId="20577"/>
        <pc:sldMkLst>
          <pc:docMk/>
          <pc:sldMk cId="399658731" sldId="298"/>
        </pc:sldMkLst>
        <pc:spChg chg="add mod">
          <ac:chgData name="harish1813@gmail.com" userId="613d342206dc88bc" providerId="LiveId" clId="{EEDAE3EB-AEB0-40E8-B4E1-1F7EDC38DCE6}" dt="2026-10-24T07:21:28.959" v="6557" actId="20577"/>
          <ac:spMkLst>
            <pc:docMk/>
            <pc:sldMk cId="399658731" sldId="298"/>
            <ac:spMk id="2" creationId="{1DF5DC1A-7C33-6CB4-593F-B825C2FE9523}"/>
          </ac:spMkLst>
        </pc:spChg>
      </pc:sldChg>
      <pc:sldChg chg="addSp modSp new mod">
        <pc:chgData name="harish1813@gmail.com" userId="613d342206dc88bc" providerId="LiveId" clId="{EEDAE3EB-AEB0-40E8-B4E1-1F7EDC38DCE6}" dt="2026-10-24T07:15:36.096" v="6539" actId="20577"/>
        <pc:sldMkLst>
          <pc:docMk/>
          <pc:sldMk cId="427971715" sldId="299"/>
        </pc:sldMkLst>
        <pc:spChg chg="add mod">
          <ac:chgData name="harish1813@gmail.com" userId="613d342206dc88bc" providerId="LiveId" clId="{EEDAE3EB-AEB0-40E8-B4E1-1F7EDC38DCE6}" dt="2026-10-24T07:07:40.317" v="5970" actId="14100"/>
          <ac:spMkLst>
            <pc:docMk/>
            <pc:sldMk cId="427971715" sldId="299"/>
            <ac:spMk id="2" creationId="{1D317154-31E3-07F1-DD43-FB5B3A11C6C3}"/>
          </ac:spMkLst>
        </pc:spChg>
        <pc:spChg chg="add mod">
          <ac:chgData name="harish1813@gmail.com" userId="613d342206dc88bc" providerId="LiveId" clId="{EEDAE3EB-AEB0-40E8-B4E1-1F7EDC38DCE6}" dt="2026-10-24T07:15:36.096" v="6539" actId="20577"/>
          <ac:spMkLst>
            <pc:docMk/>
            <pc:sldMk cId="427971715" sldId="299"/>
            <ac:spMk id="3" creationId="{8B6638F1-01BE-24BE-F694-09B63A784E55}"/>
          </ac:spMkLst>
        </pc:spChg>
        <pc:cxnChg chg="add">
          <ac:chgData name="harish1813@gmail.com" userId="613d342206dc88bc" providerId="LiveId" clId="{EEDAE3EB-AEB0-40E8-B4E1-1F7EDC38DCE6}" dt="2026-10-24T07:07:59.561" v="5973" actId="11529"/>
          <ac:cxnSpMkLst>
            <pc:docMk/>
            <pc:sldMk cId="427971715" sldId="299"/>
            <ac:cxnSpMk id="5" creationId="{AD8B16B4-4882-1BDA-3002-DA848B200A5F}"/>
          </ac:cxnSpMkLst>
        </pc:cxnChg>
      </pc:sldChg>
      <pc:sldChg chg="addSp modSp new mod">
        <pc:chgData name="harish1813@gmail.com" userId="613d342206dc88bc" providerId="LiveId" clId="{EEDAE3EB-AEB0-40E8-B4E1-1F7EDC38DCE6}" dt="2026-10-24T07:24:19.878" v="6565" actId="108"/>
        <pc:sldMkLst>
          <pc:docMk/>
          <pc:sldMk cId="827691591" sldId="300"/>
        </pc:sldMkLst>
        <pc:spChg chg="add mod">
          <ac:chgData name="harish1813@gmail.com" userId="613d342206dc88bc" providerId="LiveId" clId="{EEDAE3EB-AEB0-40E8-B4E1-1F7EDC38DCE6}" dt="2026-10-24T07:24:19.878" v="6565" actId="108"/>
          <ac:spMkLst>
            <pc:docMk/>
            <pc:sldMk cId="827691591" sldId="300"/>
            <ac:spMk id="2" creationId="{435A38E8-E3C9-7A61-8BA9-9D7316198631}"/>
          </ac:spMkLst>
        </pc:spChg>
      </pc:sldChg>
      <pc:sldChg chg="addSp modSp new mod">
        <pc:chgData name="harish1813@gmail.com" userId="613d342206dc88bc" providerId="LiveId" clId="{EEDAE3EB-AEB0-40E8-B4E1-1F7EDC38DCE6}" dt="2026-10-24T07:27:53.573" v="6646"/>
        <pc:sldMkLst>
          <pc:docMk/>
          <pc:sldMk cId="2911879273" sldId="301"/>
        </pc:sldMkLst>
        <pc:spChg chg="add mod">
          <ac:chgData name="harish1813@gmail.com" userId="613d342206dc88bc" providerId="LiveId" clId="{EEDAE3EB-AEB0-40E8-B4E1-1F7EDC38DCE6}" dt="2026-10-24T07:26:23.422" v="6590" actId="20577"/>
          <ac:spMkLst>
            <pc:docMk/>
            <pc:sldMk cId="2911879273" sldId="301"/>
            <ac:spMk id="2" creationId="{ACD71C46-C644-69CD-5E20-4367D3342A4F}"/>
          </ac:spMkLst>
        </pc:spChg>
        <pc:spChg chg="add mod">
          <ac:chgData name="harish1813@gmail.com" userId="613d342206dc88bc" providerId="LiveId" clId="{EEDAE3EB-AEB0-40E8-B4E1-1F7EDC38DCE6}" dt="2026-10-24T07:26:40.832" v="6594" actId="14100"/>
          <ac:spMkLst>
            <pc:docMk/>
            <pc:sldMk cId="2911879273" sldId="301"/>
            <ac:spMk id="3" creationId="{3F005982-C48B-C33F-CBA9-8483A565ADFF}"/>
          </ac:spMkLst>
        </pc:spChg>
        <pc:spChg chg="add mod">
          <ac:chgData name="harish1813@gmail.com" userId="613d342206dc88bc" providerId="LiveId" clId="{EEDAE3EB-AEB0-40E8-B4E1-1F7EDC38DCE6}" dt="2026-10-24T07:27:53.573" v="6646"/>
          <ac:spMkLst>
            <pc:docMk/>
            <pc:sldMk cId="2911879273" sldId="301"/>
            <ac:spMk id="4" creationId="{33392632-BCE7-00F4-4612-1EFD8932FFEE}"/>
          </ac:spMkLst>
        </pc:spChg>
      </pc:sldChg>
      <pc:sldChg chg="addSp modSp new mod">
        <pc:chgData name="harish1813@gmail.com" userId="613d342206dc88bc" providerId="LiveId" clId="{EEDAE3EB-AEB0-40E8-B4E1-1F7EDC38DCE6}" dt="2026-10-24T22:50:33.796" v="6748" actId="14100"/>
        <pc:sldMkLst>
          <pc:docMk/>
          <pc:sldMk cId="1808962600" sldId="302"/>
        </pc:sldMkLst>
        <pc:spChg chg="add mod">
          <ac:chgData name="harish1813@gmail.com" userId="613d342206dc88bc" providerId="LiveId" clId="{EEDAE3EB-AEB0-40E8-B4E1-1F7EDC38DCE6}" dt="2026-10-24T22:50:33.796" v="6748" actId="14100"/>
          <ac:spMkLst>
            <pc:docMk/>
            <pc:sldMk cId="1808962600" sldId="302"/>
            <ac:spMk id="2" creationId="{6737E12C-2009-8DC7-22F0-C8A78E14C779}"/>
          </ac:spMkLst>
        </pc:spChg>
      </pc:sldChg>
      <pc:sldChg chg="addSp delSp modSp new mod">
        <pc:chgData name="harish1813@gmail.com" userId="613d342206dc88bc" providerId="LiveId" clId="{EEDAE3EB-AEB0-40E8-B4E1-1F7EDC38DCE6}" dt="2026-10-24T22:56:25.381" v="6959" actId="14100"/>
        <pc:sldMkLst>
          <pc:docMk/>
          <pc:sldMk cId="915004583" sldId="303"/>
        </pc:sldMkLst>
        <pc:spChg chg="add mod">
          <ac:chgData name="harish1813@gmail.com" userId="613d342206dc88bc" providerId="LiveId" clId="{EEDAE3EB-AEB0-40E8-B4E1-1F7EDC38DCE6}" dt="2026-10-24T22:52:11.845" v="6749" actId="14100"/>
          <ac:spMkLst>
            <pc:docMk/>
            <pc:sldMk cId="915004583" sldId="303"/>
            <ac:spMk id="2" creationId="{4EA3EE37-A5D0-E91B-C89D-94A76CBBCC34}"/>
          </ac:spMkLst>
        </pc:spChg>
        <pc:spChg chg="add mod">
          <ac:chgData name="harish1813@gmail.com" userId="613d342206dc88bc" providerId="LiveId" clId="{EEDAE3EB-AEB0-40E8-B4E1-1F7EDC38DCE6}" dt="2026-10-24T22:40:57.395" v="6709"/>
          <ac:spMkLst>
            <pc:docMk/>
            <pc:sldMk cId="915004583" sldId="303"/>
            <ac:spMk id="3" creationId="{5562EA35-8AA5-172C-E31B-2B78F36AB700}"/>
          </ac:spMkLst>
        </pc:spChg>
        <pc:spChg chg="add mod">
          <ac:chgData name="harish1813@gmail.com" userId="613d342206dc88bc" providerId="LiveId" clId="{EEDAE3EB-AEB0-40E8-B4E1-1F7EDC38DCE6}" dt="2026-10-24T22:53:02.520" v="6753"/>
          <ac:spMkLst>
            <pc:docMk/>
            <pc:sldMk cId="915004583" sldId="303"/>
            <ac:spMk id="4" creationId="{7A9831FD-301C-673D-2AE6-8D22F991C7F9}"/>
          </ac:spMkLst>
        </pc:spChg>
        <pc:spChg chg="add mod">
          <ac:chgData name="harish1813@gmail.com" userId="613d342206dc88bc" providerId="LiveId" clId="{EEDAE3EB-AEB0-40E8-B4E1-1F7EDC38DCE6}" dt="2026-10-24T22:53:59.331" v="6759" actId="1076"/>
          <ac:spMkLst>
            <pc:docMk/>
            <pc:sldMk cId="915004583" sldId="303"/>
            <ac:spMk id="5" creationId="{F38945DE-912E-FD79-1F5B-D7C234EDB59C}"/>
          </ac:spMkLst>
        </pc:spChg>
        <pc:spChg chg="add mod">
          <ac:chgData name="harish1813@gmail.com" userId="613d342206dc88bc" providerId="LiveId" clId="{EEDAE3EB-AEB0-40E8-B4E1-1F7EDC38DCE6}" dt="2026-10-24T22:54:47.704" v="6856" actId="14100"/>
          <ac:spMkLst>
            <pc:docMk/>
            <pc:sldMk cId="915004583" sldId="303"/>
            <ac:spMk id="11" creationId="{B7D980E9-84EB-40E0-BE03-299EB3110E5F}"/>
          </ac:spMkLst>
        </pc:spChg>
        <pc:spChg chg="add mod">
          <ac:chgData name="harish1813@gmail.com" userId="613d342206dc88bc" providerId="LiveId" clId="{EEDAE3EB-AEB0-40E8-B4E1-1F7EDC38DCE6}" dt="2026-10-24T22:55:16.344" v="6885" actId="14100"/>
          <ac:spMkLst>
            <pc:docMk/>
            <pc:sldMk cId="915004583" sldId="303"/>
            <ac:spMk id="12" creationId="{63AE551F-9F09-AFA3-828E-34149CD749EA}"/>
          </ac:spMkLst>
        </pc:spChg>
        <pc:spChg chg="add mod">
          <ac:chgData name="harish1813@gmail.com" userId="613d342206dc88bc" providerId="LiveId" clId="{EEDAE3EB-AEB0-40E8-B4E1-1F7EDC38DCE6}" dt="2026-10-24T22:56:25.381" v="6959" actId="14100"/>
          <ac:spMkLst>
            <pc:docMk/>
            <pc:sldMk cId="915004583" sldId="303"/>
            <ac:spMk id="13" creationId="{78108102-F640-FA06-FA39-9C4F7A98CF12}"/>
          </ac:spMkLst>
        </pc:spChg>
        <pc:cxnChg chg="add mod">
          <ac:chgData name="harish1813@gmail.com" userId="613d342206dc88bc" providerId="LiveId" clId="{EEDAE3EB-AEB0-40E8-B4E1-1F7EDC38DCE6}" dt="2026-10-24T22:53:43.603" v="6758" actId="14100"/>
          <ac:cxnSpMkLst>
            <pc:docMk/>
            <pc:sldMk cId="915004583" sldId="303"/>
            <ac:cxnSpMk id="9" creationId="{69C47BA1-C9E3-9900-2565-78BC6854062E}"/>
          </ac:cxnSpMkLst>
        </pc:cxnChg>
      </pc:sldChg>
      <pc:sldChg chg="addSp delSp modSp new mod">
        <pc:chgData name="harish1813@gmail.com" userId="613d342206dc88bc" providerId="LiveId" clId="{EEDAE3EB-AEB0-40E8-B4E1-1F7EDC38DCE6}" dt="2026-10-24T23:11:10.467" v="7250" actId="20577"/>
        <pc:sldMkLst>
          <pc:docMk/>
          <pc:sldMk cId="2322409648" sldId="304"/>
        </pc:sldMkLst>
        <pc:spChg chg="add mod">
          <ac:chgData name="harish1813@gmail.com" userId="613d342206dc88bc" providerId="LiveId" clId="{EEDAE3EB-AEB0-40E8-B4E1-1F7EDC38DCE6}" dt="2026-10-24T23:07:05.166" v="7146"/>
          <ac:spMkLst>
            <pc:docMk/>
            <pc:sldMk cId="2322409648" sldId="304"/>
            <ac:spMk id="2" creationId="{4410AF78-F1BF-BA6B-CF09-B35AD9A4785E}"/>
          </ac:spMkLst>
        </pc:spChg>
        <pc:spChg chg="add mod">
          <ac:chgData name="harish1813@gmail.com" userId="613d342206dc88bc" providerId="LiveId" clId="{EEDAE3EB-AEB0-40E8-B4E1-1F7EDC38DCE6}" dt="2026-10-24T23:07:02.545" v="7144" actId="21"/>
          <ac:spMkLst>
            <pc:docMk/>
            <pc:sldMk cId="2322409648" sldId="304"/>
            <ac:spMk id="5" creationId="{C7A0C30C-2BA3-4761-AC2C-DA6C5E1B0F70}"/>
          </ac:spMkLst>
        </pc:spChg>
        <pc:spChg chg="add mod">
          <ac:chgData name="harish1813@gmail.com" userId="613d342206dc88bc" providerId="LiveId" clId="{EEDAE3EB-AEB0-40E8-B4E1-1F7EDC38DCE6}" dt="2026-10-24T23:05:15.614" v="7049" actId="14100"/>
          <ac:spMkLst>
            <pc:docMk/>
            <pc:sldMk cId="2322409648" sldId="304"/>
            <ac:spMk id="6" creationId="{9ACBDC87-7236-A58B-F69E-D492683CAF1F}"/>
          </ac:spMkLst>
        </pc:spChg>
        <pc:spChg chg="add mod">
          <ac:chgData name="harish1813@gmail.com" userId="613d342206dc88bc" providerId="LiveId" clId="{EEDAE3EB-AEB0-40E8-B4E1-1F7EDC38DCE6}" dt="2026-10-24T23:05:25.026" v="7074" actId="20577"/>
          <ac:spMkLst>
            <pc:docMk/>
            <pc:sldMk cId="2322409648" sldId="304"/>
            <ac:spMk id="7" creationId="{8C807715-1AB5-2B48-4B27-352B85601C12}"/>
          </ac:spMkLst>
        </pc:spChg>
        <pc:spChg chg="add mod">
          <ac:chgData name="harish1813@gmail.com" userId="613d342206dc88bc" providerId="LiveId" clId="{EEDAE3EB-AEB0-40E8-B4E1-1F7EDC38DCE6}" dt="2026-10-24T23:06:20.736" v="7140" actId="20577"/>
          <ac:spMkLst>
            <pc:docMk/>
            <pc:sldMk cId="2322409648" sldId="304"/>
            <ac:spMk id="8" creationId="{F941AEFC-E0C4-611B-304E-40577804A3FE}"/>
          </ac:spMkLst>
        </pc:spChg>
        <pc:spChg chg="add mod">
          <ac:chgData name="harish1813@gmail.com" userId="613d342206dc88bc" providerId="LiveId" clId="{EEDAE3EB-AEB0-40E8-B4E1-1F7EDC38DCE6}" dt="2026-10-24T23:05:55.876" v="7136" actId="14100"/>
          <ac:spMkLst>
            <pc:docMk/>
            <pc:sldMk cId="2322409648" sldId="304"/>
            <ac:spMk id="9" creationId="{BEF31B78-7B38-714A-8C81-6D1895AF501F}"/>
          </ac:spMkLst>
        </pc:spChg>
        <pc:spChg chg="add mod">
          <ac:chgData name="harish1813@gmail.com" userId="613d342206dc88bc" providerId="LiveId" clId="{EEDAE3EB-AEB0-40E8-B4E1-1F7EDC38DCE6}" dt="2026-10-24T23:11:10.467" v="7250" actId="20577"/>
          <ac:spMkLst>
            <pc:docMk/>
            <pc:sldMk cId="2322409648" sldId="304"/>
            <ac:spMk id="14" creationId="{29AA5E15-2CA9-FE95-9C25-DF90DDCED3DB}"/>
          </ac:spMkLst>
        </pc:spChg>
        <pc:cxnChg chg="add">
          <ac:chgData name="harish1813@gmail.com" userId="613d342206dc88bc" providerId="LiveId" clId="{EEDAE3EB-AEB0-40E8-B4E1-1F7EDC38DCE6}" dt="2026-10-24T23:06:39.234" v="7143" actId="11529"/>
          <ac:cxnSpMkLst>
            <pc:docMk/>
            <pc:sldMk cId="2322409648" sldId="304"/>
            <ac:cxnSpMk id="13" creationId="{E64D69E7-1236-0551-2BB5-6BD55391B6C9}"/>
          </ac:cxnSpMkLst>
        </pc:cxnChg>
      </pc:sldChg>
      <pc:sldChg chg="addSp modSp new mod">
        <pc:chgData name="harish1813@gmail.com" userId="613d342206dc88bc" providerId="LiveId" clId="{EEDAE3EB-AEB0-40E8-B4E1-1F7EDC38DCE6}" dt="2026-10-24T23:32:23.628" v="7773" actId="20577"/>
        <pc:sldMkLst>
          <pc:docMk/>
          <pc:sldMk cId="338214052" sldId="305"/>
        </pc:sldMkLst>
        <pc:spChg chg="add mod">
          <ac:chgData name="harish1813@gmail.com" userId="613d342206dc88bc" providerId="LiveId" clId="{EEDAE3EB-AEB0-40E8-B4E1-1F7EDC38DCE6}" dt="2026-10-24T23:13:33.674" v="7271" actId="313"/>
          <ac:spMkLst>
            <pc:docMk/>
            <pc:sldMk cId="338214052" sldId="305"/>
            <ac:spMk id="2" creationId="{7A37EBDD-DEB5-B56E-FA6F-933D9B8CB20F}"/>
          </ac:spMkLst>
        </pc:spChg>
        <pc:spChg chg="add mod">
          <ac:chgData name="harish1813@gmail.com" userId="613d342206dc88bc" providerId="LiveId" clId="{EEDAE3EB-AEB0-40E8-B4E1-1F7EDC38DCE6}" dt="2026-10-24T23:15:02.606" v="7367" actId="20577"/>
          <ac:spMkLst>
            <pc:docMk/>
            <pc:sldMk cId="338214052" sldId="305"/>
            <ac:spMk id="3" creationId="{029FEF3F-73F7-F3B8-BD16-96AB314E3FF0}"/>
          </ac:spMkLst>
        </pc:spChg>
        <pc:spChg chg="add mod">
          <ac:chgData name="harish1813@gmail.com" userId="613d342206dc88bc" providerId="LiveId" clId="{EEDAE3EB-AEB0-40E8-B4E1-1F7EDC38DCE6}" dt="2026-10-24T23:32:23.628" v="7773" actId="20577"/>
          <ac:spMkLst>
            <pc:docMk/>
            <pc:sldMk cId="338214052" sldId="305"/>
            <ac:spMk id="4" creationId="{166DE15C-C79A-C691-3170-4E4BDB8F91E1}"/>
          </ac:spMkLst>
        </pc:spChg>
        <pc:cxnChg chg="add mod">
          <ac:chgData name="harish1813@gmail.com" userId="613d342206dc88bc" providerId="LiveId" clId="{EEDAE3EB-AEB0-40E8-B4E1-1F7EDC38DCE6}" dt="2026-10-24T23:15:34.694" v="7371" actId="14100"/>
          <ac:cxnSpMkLst>
            <pc:docMk/>
            <pc:sldMk cId="338214052" sldId="305"/>
            <ac:cxnSpMk id="6" creationId="{7067EF86-B766-E780-75E5-8E3761B87899}"/>
          </ac:cxnSpMkLst>
        </pc:cxnChg>
      </pc:sldChg>
      <pc:sldChg chg="addSp modSp new mod">
        <pc:chgData name="harish1813@gmail.com" userId="613d342206dc88bc" providerId="LiveId" clId="{EEDAE3EB-AEB0-40E8-B4E1-1F7EDC38DCE6}" dt="2026-10-24T23:34:19.703" v="7871" actId="20577"/>
        <pc:sldMkLst>
          <pc:docMk/>
          <pc:sldMk cId="878013384" sldId="306"/>
        </pc:sldMkLst>
        <pc:spChg chg="add mod">
          <ac:chgData name="harish1813@gmail.com" userId="613d342206dc88bc" providerId="LiveId" clId="{EEDAE3EB-AEB0-40E8-B4E1-1F7EDC38DCE6}" dt="2026-10-24T23:33:44.726" v="7779" actId="255"/>
          <ac:spMkLst>
            <pc:docMk/>
            <pc:sldMk cId="878013384" sldId="306"/>
            <ac:spMk id="2" creationId="{F7F0101C-013A-F0DC-223E-90693B8BC191}"/>
          </ac:spMkLst>
        </pc:spChg>
        <pc:spChg chg="add mod">
          <ac:chgData name="harish1813@gmail.com" userId="613d342206dc88bc" providerId="LiveId" clId="{EEDAE3EB-AEB0-40E8-B4E1-1F7EDC38DCE6}" dt="2026-10-24T23:34:19.703" v="7871" actId="20577"/>
          <ac:spMkLst>
            <pc:docMk/>
            <pc:sldMk cId="878013384" sldId="306"/>
            <ac:spMk id="3" creationId="{B780B8EF-A1FF-2E6A-C9D3-E500FC822BF8}"/>
          </ac:spMkLst>
        </pc:spChg>
      </pc:sldChg>
      <pc:sldChg chg="addSp modSp new mod">
        <pc:chgData name="harish1813@gmail.com" userId="613d342206dc88bc" providerId="LiveId" clId="{EEDAE3EB-AEB0-40E8-B4E1-1F7EDC38DCE6}" dt="2026-10-24T23:42:46.317" v="8022" actId="20577"/>
        <pc:sldMkLst>
          <pc:docMk/>
          <pc:sldMk cId="2108044277" sldId="307"/>
        </pc:sldMkLst>
        <pc:spChg chg="add mod">
          <ac:chgData name="harish1813@gmail.com" userId="613d342206dc88bc" providerId="LiveId" clId="{EEDAE3EB-AEB0-40E8-B4E1-1F7EDC38DCE6}" dt="2026-10-24T23:35:56.257" v="7901" actId="20577"/>
          <ac:spMkLst>
            <pc:docMk/>
            <pc:sldMk cId="2108044277" sldId="307"/>
            <ac:spMk id="2" creationId="{6D7B6C07-6D59-CBA3-CECC-139A297C40C3}"/>
          </ac:spMkLst>
        </pc:spChg>
        <pc:spChg chg="add mod">
          <ac:chgData name="harish1813@gmail.com" userId="613d342206dc88bc" providerId="LiveId" clId="{EEDAE3EB-AEB0-40E8-B4E1-1F7EDC38DCE6}" dt="2026-10-24T23:42:46.317" v="8022" actId="20577"/>
          <ac:spMkLst>
            <pc:docMk/>
            <pc:sldMk cId="2108044277" sldId="307"/>
            <ac:spMk id="3" creationId="{5175562B-15CC-B773-2124-AA2A15D1E04E}"/>
          </ac:spMkLst>
        </pc:spChg>
        <pc:spChg chg="add mod">
          <ac:chgData name="harish1813@gmail.com" userId="613d342206dc88bc" providerId="LiveId" clId="{EEDAE3EB-AEB0-40E8-B4E1-1F7EDC38DCE6}" dt="2026-10-24T23:37:44.589" v="7963" actId="20577"/>
          <ac:spMkLst>
            <pc:docMk/>
            <pc:sldMk cId="2108044277" sldId="307"/>
            <ac:spMk id="5" creationId="{D2093189-2A50-EBF7-838B-B2453FFA0A75}"/>
          </ac:spMkLst>
        </pc:spChg>
      </pc:sldChg>
      <pc:sldChg chg="addSp delSp modSp new mod">
        <pc:chgData name="harish1813@gmail.com" userId="613d342206dc88bc" providerId="LiveId" clId="{EEDAE3EB-AEB0-40E8-B4E1-1F7EDC38DCE6}" dt="2026-10-24T23:48:44.526" v="8123" actId="1076"/>
        <pc:sldMkLst>
          <pc:docMk/>
          <pc:sldMk cId="3086038447" sldId="308"/>
        </pc:sldMkLst>
        <pc:spChg chg="add mod">
          <ac:chgData name="harish1813@gmail.com" userId="613d342206dc88bc" providerId="LiveId" clId="{EEDAE3EB-AEB0-40E8-B4E1-1F7EDC38DCE6}" dt="2026-10-24T23:43:48.098" v="8046" actId="20577"/>
          <ac:spMkLst>
            <pc:docMk/>
            <pc:sldMk cId="3086038447" sldId="308"/>
            <ac:spMk id="3" creationId="{96CE9FAF-4C37-3B3F-D14A-6AE10D153072}"/>
          </ac:spMkLst>
        </pc:spChg>
        <pc:spChg chg="add mod">
          <ac:chgData name="harish1813@gmail.com" userId="613d342206dc88bc" providerId="LiveId" clId="{EEDAE3EB-AEB0-40E8-B4E1-1F7EDC38DCE6}" dt="2026-10-24T23:48:39.143" v="8122" actId="14100"/>
          <ac:spMkLst>
            <pc:docMk/>
            <pc:sldMk cId="3086038447" sldId="308"/>
            <ac:spMk id="5" creationId="{F65E0278-5009-1E76-A961-06BF730254E9}"/>
          </ac:spMkLst>
        </pc:spChg>
        <pc:spChg chg="add mod">
          <ac:chgData name="harish1813@gmail.com" userId="613d342206dc88bc" providerId="LiveId" clId="{EEDAE3EB-AEB0-40E8-B4E1-1F7EDC38DCE6}" dt="2026-10-24T23:44:57.013" v="8074" actId="20577"/>
          <ac:spMkLst>
            <pc:docMk/>
            <pc:sldMk cId="3086038447" sldId="308"/>
            <ac:spMk id="6" creationId="{C9F93D53-B262-2DB6-2E8A-B894AAE106DC}"/>
          </ac:spMkLst>
        </pc:spChg>
        <pc:spChg chg="add mod">
          <ac:chgData name="harish1813@gmail.com" userId="613d342206dc88bc" providerId="LiveId" clId="{EEDAE3EB-AEB0-40E8-B4E1-1F7EDC38DCE6}" dt="2026-10-24T23:48:44.526" v="8123" actId="1076"/>
          <ac:spMkLst>
            <pc:docMk/>
            <pc:sldMk cId="3086038447" sldId="308"/>
            <ac:spMk id="7" creationId="{63B3502F-189F-7620-A631-5AE0C64136E8}"/>
          </ac:spMkLst>
        </pc:spChg>
        <pc:spChg chg="add mod">
          <ac:chgData name="harish1813@gmail.com" userId="613d342206dc88bc" providerId="LiveId" clId="{EEDAE3EB-AEB0-40E8-B4E1-1F7EDC38DCE6}" dt="2026-10-24T23:48:29.622" v="8120" actId="20577"/>
          <ac:spMkLst>
            <pc:docMk/>
            <pc:sldMk cId="3086038447" sldId="308"/>
            <ac:spMk id="8" creationId="{B406FA81-BDD3-63EC-C898-DE30BCB531F0}"/>
          </ac:spMkLst>
        </pc:spChg>
        <pc:spChg chg="add mod">
          <ac:chgData name="harish1813@gmail.com" userId="613d342206dc88bc" providerId="LiveId" clId="{EEDAE3EB-AEB0-40E8-B4E1-1F7EDC38DCE6}" dt="2026-10-24T23:46:28.391" v="8117" actId="20577"/>
          <ac:spMkLst>
            <pc:docMk/>
            <pc:sldMk cId="3086038447" sldId="308"/>
            <ac:spMk id="9" creationId="{CE8D101F-9AA2-F195-1218-62054BA8F43D}"/>
          </ac:spMkLst>
        </pc:spChg>
      </pc:sldChg>
      <pc:sldChg chg="addSp modSp new mod">
        <pc:chgData name="harish1813@gmail.com" userId="613d342206dc88bc" providerId="LiveId" clId="{EEDAE3EB-AEB0-40E8-B4E1-1F7EDC38DCE6}" dt="2026-10-24T23:58:59.075" v="8152" actId="20577"/>
        <pc:sldMkLst>
          <pc:docMk/>
          <pc:sldMk cId="4043104209" sldId="309"/>
        </pc:sldMkLst>
        <pc:spChg chg="add mod">
          <ac:chgData name="harish1813@gmail.com" userId="613d342206dc88bc" providerId="LiveId" clId="{EEDAE3EB-AEB0-40E8-B4E1-1F7EDC38DCE6}" dt="2026-10-24T23:58:45.711" v="8130" actId="14100"/>
          <ac:spMkLst>
            <pc:docMk/>
            <pc:sldMk cId="4043104209" sldId="309"/>
            <ac:spMk id="2" creationId="{B740016F-7ED6-594D-87A6-20D569D0AC0E}"/>
          </ac:spMkLst>
        </pc:spChg>
        <pc:spChg chg="add mod">
          <ac:chgData name="harish1813@gmail.com" userId="613d342206dc88bc" providerId="LiveId" clId="{EEDAE3EB-AEB0-40E8-B4E1-1F7EDC38DCE6}" dt="2026-10-24T23:58:59.075" v="8152" actId="20577"/>
          <ac:spMkLst>
            <pc:docMk/>
            <pc:sldMk cId="4043104209" sldId="309"/>
            <ac:spMk id="3" creationId="{8CFF5C16-5FA3-A473-74BD-163A94F676BC}"/>
          </ac:spMkLst>
        </pc:spChg>
      </pc:sldChg>
      <pc:sldChg chg="addSp modSp new mod">
        <pc:chgData name="harish1813@gmail.com" userId="613d342206dc88bc" providerId="LiveId" clId="{EEDAE3EB-AEB0-40E8-B4E1-1F7EDC38DCE6}" dt="2026-10-25T00:00:24.349" v="8216" actId="20577"/>
        <pc:sldMkLst>
          <pc:docMk/>
          <pc:sldMk cId="2314909348" sldId="310"/>
        </pc:sldMkLst>
        <pc:spChg chg="add mod">
          <ac:chgData name="harish1813@gmail.com" userId="613d342206dc88bc" providerId="LiveId" clId="{EEDAE3EB-AEB0-40E8-B4E1-1F7EDC38DCE6}" dt="2026-10-25T00:00:09.150" v="8190" actId="1076"/>
          <ac:spMkLst>
            <pc:docMk/>
            <pc:sldMk cId="2314909348" sldId="310"/>
            <ac:spMk id="2" creationId="{AF60D2AF-1AB2-3111-D0A4-AE2E44F2B0F0}"/>
          </ac:spMkLst>
        </pc:spChg>
        <pc:spChg chg="add mod">
          <ac:chgData name="harish1813@gmail.com" userId="613d342206dc88bc" providerId="LiveId" clId="{EEDAE3EB-AEB0-40E8-B4E1-1F7EDC38DCE6}" dt="2026-10-25T00:00:24.349" v="8216" actId="20577"/>
          <ac:spMkLst>
            <pc:docMk/>
            <pc:sldMk cId="2314909348" sldId="310"/>
            <ac:spMk id="3" creationId="{C9C6D400-EAA0-9058-42DE-D23E5E2436D2}"/>
          </ac:spMkLst>
        </pc:spChg>
      </pc:sldChg>
      <pc:sldChg chg="addSp delSp modSp new mod">
        <pc:chgData name="harish1813@gmail.com" userId="613d342206dc88bc" providerId="LiveId" clId="{EEDAE3EB-AEB0-40E8-B4E1-1F7EDC38DCE6}" dt="2026-10-25T00:03:27.386" v="8235" actId="21"/>
        <pc:sldMkLst>
          <pc:docMk/>
          <pc:sldMk cId="2545908892" sldId="311"/>
        </pc:sldMkLst>
        <pc:picChg chg="add mod">
          <ac:chgData name="harish1813@gmail.com" userId="613d342206dc88bc" providerId="LiveId" clId="{EEDAE3EB-AEB0-40E8-B4E1-1F7EDC38DCE6}" dt="2026-10-25T00:02:14.372" v="8220" actId="14100"/>
          <ac:picMkLst>
            <pc:docMk/>
            <pc:sldMk cId="2545908892" sldId="311"/>
            <ac:picMk id="3" creationId="{A33ED10F-917C-4237-5F09-DCB97426BA42}"/>
          </ac:picMkLst>
        </pc:picChg>
        <pc:picChg chg="add del mod">
          <ac:chgData name="harish1813@gmail.com" userId="613d342206dc88bc" providerId="LiveId" clId="{EEDAE3EB-AEB0-40E8-B4E1-1F7EDC38DCE6}" dt="2026-10-25T00:03:27.386" v="8235" actId="21"/>
          <ac:picMkLst>
            <pc:docMk/>
            <pc:sldMk cId="2545908892" sldId="311"/>
            <ac:picMk id="5" creationId="{277E74F4-806D-E445-EDAE-60045535F99A}"/>
          </ac:picMkLst>
        </pc:picChg>
      </pc:sldChg>
      <pc:sldChg chg="addSp modSp new mod">
        <pc:chgData name="harish1813@gmail.com" userId="613d342206dc88bc" providerId="LiveId" clId="{EEDAE3EB-AEB0-40E8-B4E1-1F7EDC38DCE6}" dt="2026-10-25T00:08:20.990" v="8277" actId="20577"/>
        <pc:sldMkLst>
          <pc:docMk/>
          <pc:sldMk cId="96838325" sldId="312"/>
        </pc:sldMkLst>
        <pc:spChg chg="add mod">
          <ac:chgData name="harish1813@gmail.com" userId="613d342206dc88bc" providerId="LiveId" clId="{EEDAE3EB-AEB0-40E8-B4E1-1F7EDC38DCE6}" dt="2026-10-25T00:05:43.550" v="8244" actId="5793"/>
          <ac:spMkLst>
            <pc:docMk/>
            <pc:sldMk cId="96838325" sldId="312"/>
            <ac:spMk id="2" creationId="{F324AB27-F383-3983-CAB3-9CDB53DE36F4}"/>
          </ac:spMkLst>
        </pc:spChg>
        <pc:spChg chg="add mod">
          <ac:chgData name="harish1813@gmail.com" userId="613d342206dc88bc" providerId="LiveId" clId="{EEDAE3EB-AEB0-40E8-B4E1-1F7EDC38DCE6}" dt="2026-10-25T00:06:17.470" v="8251" actId="14100"/>
          <ac:spMkLst>
            <pc:docMk/>
            <pc:sldMk cId="96838325" sldId="312"/>
            <ac:spMk id="3" creationId="{7959F18F-8FD1-0881-A12D-186D699DB680}"/>
          </ac:spMkLst>
        </pc:spChg>
        <pc:spChg chg="add mod">
          <ac:chgData name="harish1813@gmail.com" userId="613d342206dc88bc" providerId="LiveId" clId="{EEDAE3EB-AEB0-40E8-B4E1-1F7EDC38DCE6}" dt="2026-10-25T00:06:51.698" v="8257" actId="20577"/>
          <ac:spMkLst>
            <pc:docMk/>
            <pc:sldMk cId="96838325" sldId="312"/>
            <ac:spMk id="4" creationId="{71763CAC-5053-99F4-95E6-158967562983}"/>
          </ac:spMkLst>
        </pc:spChg>
        <pc:spChg chg="add mod">
          <ac:chgData name="harish1813@gmail.com" userId="613d342206dc88bc" providerId="LiveId" clId="{EEDAE3EB-AEB0-40E8-B4E1-1F7EDC38DCE6}" dt="2026-10-25T00:07:25.765" v="8267" actId="20577"/>
          <ac:spMkLst>
            <pc:docMk/>
            <pc:sldMk cId="96838325" sldId="312"/>
            <ac:spMk id="5" creationId="{91FFA9E8-08E1-F2D4-9F6F-FE8A1D047D59}"/>
          </ac:spMkLst>
        </pc:spChg>
        <pc:spChg chg="add mod">
          <ac:chgData name="harish1813@gmail.com" userId="613d342206dc88bc" providerId="LiveId" clId="{EEDAE3EB-AEB0-40E8-B4E1-1F7EDC38DCE6}" dt="2026-10-25T00:08:05.362" v="8274" actId="20577"/>
          <ac:spMkLst>
            <pc:docMk/>
            <pc:sldMk cId="96838325" sldId="312"/>
            <ac:spMk id="7" creationId="{78EA380B-6E3E-611F-2AF4-CCF15112B68B}"/>
          </ac:spMkLst>
        </pc:spChg>
        <pc:spChg chg="add mod">
          <ac:chgData name="harish1813@gmail.com" userId="613d342206dc88bc" providerId="LiveId" clId="{EEDAE3EB-AEB0-40E8-B4E1-1F7EDC38DCE6}" dt="2026-10-25T00:08:20.990" v="8277" actId="20577"/>
          <ac:spMkLst>
            <pc:docMk/>
            <pc:sldMk cId="96838325" sldId="312"/>
            <ac:spMk id="9" creationId="{697FF667-6225-8C74-9595-925A13B2C671}"/>
          </ac:spMkLst>
        </pc:spChg>
      </pc:sldChg>
      <pc:sldChg chg="addSp delSp modSp new del mod">
        <pc:chgData name="harish1813@gmail.com" userId="613d342206dc88bc" providerId="LiveId" clId="{EEDAE3EB-AEB0-40E8-B4E1-1F7EDC38DCE6}" dt="2026-10-25T00:03:26.500" v="8234" actId="680"/>
        <pc:sldMkLst>
          <pc:docMk/>
          <pc:sldMk cId="1194021898" sldId="312"/>
        </pc:sldMkLst>
        <pc:picChg chg="add del mod">
          <ac:chgData name="harish1813@gmail.com" userId="613d342206dc88bc" providerId="LiveId" clId="{EEDAE3EB-AEB0-40E8-B4E1-1F7EDC38DCE6}" dt="2026-10-25T00:03:25.537" v="8233" actId="22"/>
          <ac:picMkLst>
            <pc:docMk/>
            <pc:sldMk cId="1194021898" sldId="312"/>
            <ac:picMk id="3" creationId="{BDCC0DE4-D197-C113-B803-B12CBBEA2F5F}"/>
          </ac:picMkLst>
        </pc:picChg>
      </pc:sldChg>
      <pc:sldChg chg="addSp modSp new mod">
        <pc:chgData name="harish1813@gmail.com" userId="613d342206dc88bc" providerId="LiveId" clId="{EEDAE3EB-AEB0-40E8-B4E1-1F7EDC38DCE6}" dt="2026-10-25T00:10:03.847" v="8295"/>
        <pc:sldMkLst>
          <pc:docMk/>
          <pc:sldMk cId="568616131" sldId="313"/>
        </pc:sldMkLst>
        <pc:spChg chg="add mod">
          <ac:chgData name="harish1813@gmail.com" userId="613d342206dc88bc" providerId="LiveId" clId="{EEDAE3EB-AEB0-40E8-B4E1-1F7EDC38DCE6}" dt="2026-10-25T00:09:36.558" v="8290" actId="20577"/>
          <ac:spMkLst>
            <pc:docMk/>
            <pc:sldMk cId="568616131" sldId="313"/>
            <ac:spMk id="2" creationId="{9B67B3BC-4E9A-0DBD-4994-5C074AD10574}"/>
          </ac:spMkLst>
        </pc:spChg>
        <pc:spChg chg="add mod">
          <ac:chgData name="harish1813@gmail.com" userId="613d342206dc88bc" providerId="LiveId" clId="{EEDAE3EB-AEB0-40E8-B4E1-1F7EDC38DCE6}" dt="2026-10-25T00:09:54.121" v="8294" actId="20577"/>
          <ac:spMkLst>
            <pc:docMk/>
            <pc:sldMk cId="568616131" sldId="313"/>
            <ac:spMk id="4" creationId="{F0F28574-8776-9EA4-C58B-F4534BCBB68F}"/>
          </ac:spMkLst>
        </pc:spChg>
        <pc:spChg chg="add mod">
          <ac:chgData name="harish1813@gmail.com" userId="613d342206dc88bc" providerId="LiveId" clId="{EEDAE3EB-AEB0-40E8-B4E1-1F7EDC38DCE6}" dt="2026-10-25T00:10:03.847" v="8295"/>
          <ac:spMkLst>
            <pc:docMk/>
            <pc:sldMk cId="568616131" sldId="313"/>
            <ac:spMk id="6" creationId="{DD35F86D-A910-78DB-4F12-047ACDAF988A}"/>
          </ac:spMkLst>
        </pc:spChg>
      </pc:sldChg>
      <pc:sldChg chg="addSp modSp new mod">
        <pc:chgData name="harish1813@gmail.com" userId="613d342206dc88bc" providerId="LiveId" clId="{EEDAE3EB-AEB0-40E8-B4E1-1F7EDC38DCE6}" dt="2026-10-26T18:44:41.519" v="8637" actId="11529"/>
        <pc:sldMkLst>
          <pc:docMk/>
          <pc:sldMk cId="3317652855" sldId="314"/>
        </pc:sldMkLst>
        <pc:spChg chg="add mod">
          <ac:chgData name="harish1813@gmail.com" userId="613d342206dc88bc" providerId="LiveId" clId="{EEDAE3EB-AEB0-40E8-B4E1-1F7EDC38DCE6}" dt="2026-10-26T18:32:54.011" v="8370" actId="20577"/>
          <ac:spMkLst>
            <pc:docMk/>
            <pc:sldMk cId="3317652855" sldId="314"/>
            <ac:spMk id="2" creationId="{0C7BD546-9A3C-64E6-6B70-338479A7B653}"/>
          </ac:spMkLst>
        </pc:spChg>
        <pc:spChg chg="add mod">
          <ac:chgData name="harish1813@gmail.com" userId="613d342206dc88bc" providerId="LiveId" clId="{EEDAE3EB-AEB0-40E8-B4E1-1F7EDC38DCE6}" dt="2026-10-26T18:43:32.046" v="8538"/>
          <ac:spMkLst>
            <pc:docMk/>
            <pc:sldMk cId="3317652855" sldId="314"/>
            <ac:spMk id="3" creationId="{E1AEA3C2-8455-0904-6524-38FE7260551C}"/>
          </ac:spMkLst>
        </pc:spChg>
        <pc:spChg chg="add mod">
          <ac:chgData name="harish1813@gmail.com" userId="613d342206dc88bc" providerId="LiveId" clId="{EEDAE3EB-AEB0-40E8-B4E1-1F7EDC38DCE6}" dt="2026-10-26T18:44:07.259" v="8632" actId="20577"/>
          <ac:spMkLst>
            <pc:docMk/>
            <pc:sldMk cId="3317652855" sldId="314"/>
            <ac:spMk id="5" creationId="{8BAF65AC-A05C-54B6-164D-229D1E51C5B8}"/>
          </ac:spMkLst>
        </pc:spChg>
        <pc:cxnChg chg="add">
          <ac:chgData name="harish1813@gmail.com" userId="613d342206dc88bc" providerId="LiveId" clId="{EEDAE3EB-AEB0-40E8-B4E1-1F7EDC38DCE6}" dt="2026-10-26T18:44:18.189" v="8633" actId="11529"/>
          <ac:cxnSpMkLst>
            <pc:docMk/>
            <pc:sldMk cId="3317652855" sldId="314"/>
            <ac:cxnSpMk id="7" creationId="{E7B92232-ED58-A163-C18B-EDF61B9FB629}"/>
          </ac:cxnSpMkLst>
        </pc:cxnChg>
        <pc:cxnChg chg="add">
          <ac:chgData name="harish1813@gmail.com" userId="613d342206dc88bc" providerId="LiveId" clId="{EEDAE3EB-AEB0-40E8-B4E1-1F7EDC38DCE6}" dt="2026-10-26T18:44:23.113" v="8634" actId="11529"/>
          <ac:cxnSpMkLst>
            <pc:docMk/>
            <pc:sldMk cId="3317652855" sldId="314"/>
            <ac:cxnSpMk id="9" creationId="{950F61F8-31A4-ADB8-16AE-7EC3D87F057A}"/>
          </ac:cxnSpMkLst>
        </pc:cxnChg>
        <pc:cxnChg chg="add">
          <ac:chgData name="harish1813@gmail.com" userId="613d342206dc88bc" providerId="LiveId" clId="{EEDAE3EB-AEB0-40E8-B4E1-1F7EDC38DCE6}" dt="2026-10-26T18:44:29.444" v="8635" actId="11529"/>
          <ac:cxnSpMkLst>
            <pc:docMk/>
            <pc:sldMk cId="3317652855" sldId="314"/>
            <ac:cxnSpMk id="11" creationId="{8BB30835-6E4F-7F2F-7145-4747E1E6999B}"/>
          </ac:cxnSpMkLst>
        </pc:cxnChg>
        <pc:cxnChg chg="add">
          <ac:chgData name="harish1813@gmail.com" userId="613d342206dc88bc" providerId="LiveId" clId="{EEDAE3EB-AEB0-40E8-B4E1-1F7EDC38DCE6}" dt="2026-10-26T18:44:34.969" v="8636" actId="11529"/>
          <ac:cxnSpMkLst>
            <pc:docMk/>
            <pc:sldMk cId="3317652855" sldId="314"/>
            <ac:cxnSpMk id="13" creationId="{A1270893-D3E3-8B9B-F098-45BE7528A8CD}"/>
          </ac:cxnSpMkLst>
        </pc:cxnChg>
        <pc:cxnChg chg="add">
          <ac:chgData name="harish1813@gmail.com" userId="613d342206dc88bc" providerId="LiveId" clId="{EEDAE3EB-AEB0-40E8-B4E1-1F7EDC38DCE6}" dt="2026-10-26T18:44:41.519" v="8637" actId="11529"/>
          <ac:cxnSpMkLst>
            <pc:docMk/>
            <pc:sldMk cId="3317652855" sldId="314"/>
            <ac:cxnSpMk id="15" creationId="{36AF131D-5264-E427-E7B4-182AE45FE7DD}"/>
          </ac:cxnSpMkLst>
        </pc:cxnChg>
      </pc:sldChg>
      <pc:sldChg chg="addSp modSp new mod">
        <pc:chgData name="harish1813@gmail.com" userId="613d342206dc88bc" providerId="LiveId" clId="{EEDAE3EB-AEB0-40E8-B4E1-1F7EDC38DCE6}" dt="2026-10-26T18:56:56.490" v="8980" actId="14100"/>
        <pc:sldMkLst>
          <pc:docMk/>
          <pc:sldMk cId="3590259156" sldId="315"/>
        </pc:sldMkLst>
        <pc:spChg chg="add mod">
          <ac:chgData name="harish1813@gmail.com" userId="613d342206dc88bc" providerId="LiveId" clId="{EEDAE3EB-AEB0-40E8-B4E1-1F7EDC38DCE6}" dt="2026-10-26T18:55:08.913" v="8851"/>
          <ac:spMkLst>
            <pc:docMk/>
            <pc:sldMk cId="3590259156" sldId="315"/>
            <ac:spMk id="2" creationId="{D617EC0B-037B-09AA-D9CC-A74109328E44}"/>
          </ac:spMkLst>
        </pc:spChg>
        <pc:spChg chg="add mod">
          <ac:chgData name="harish1813@gmail.com" userId="613d342206dc88bc" providerId="LiveId" clId="{EEDAE3EB-AEB0-40E8-B4E1-1F7EDC38DCE6}" dt="2026-10-26T18:56:56.490" v="8980" actId="14100"/>
          <ac:spMkLst>
            <pc:docMk/>
            <pc:sldMk cId="3590259156" sldId="315"/>
            <ac:spMk id="3" creationId="{D7168417-6DBA-F353-3033-ACB842787135}"/>
          </ac:spMkLst>
        </pc:spChg>
        <pc:cxnChg chg="add mod">
          <ac:chgData name="harish1813@gmail.com" userId="613d342206dc88bc" providerId="LiveId" clId="{EEDAE3EB-AEB0-40E8-B4E1-1F7EDC38DCE6}" dt="2026-10-26T18:56:08.956" v="8972" actId="14100"/>
          <ac:cxnSpMkLst>
            <pc:docMk/>
            <pc:sldMk cId="3590259156" sldId="315"/>
            <ac:cxnSpMk id="5" creationId="{589BEE85-66F5-C2C4-C7A7-33A147F2734E}"/>
          </ac:cxnSpMkLst>
        </pc:cxnChg>
        <pc:cxnChg chg="add">
          <ac:chgData name="harish1813@gmail.com" userId="613d342206dc88bc" providerId="LiveId" clId="{EEDAE3EB-AEB0-40E8-B4E1-1F7EDC38DCE6}" dt="2026-10-26T18:56:14.211" v="8973" actId="11529"/>
          <ac:cxnSpMkLst>
            <pc:docMk/>
            <pc:sldMk cId="3590259156" sldId="315"/>
            <ac:cxnSpMk id="9" creationId="{64D053D0-ECFC-B1DD-B006-52C190E87776}"/>
          </ac:cxnSpMkLst>
        </pc:cxnChg>
        <pc:cxnChg chg="add">
          <ac:chgData name="harish1813@gmail.com" userId="613d342206dc88bc" providerId="LiveId" clId="{EEDAE3EB-AEB0-40E8-B4E1-1F7EDC38DCE6}" dt="2026-10-26T18:56:18.809" v="8974" actId="11529"/>
          <ac:cxnSpMkLst>
            <pc:docMk/>
            <pc:sldMk cId="3590259156" sldId="315"/>
            <ac:cxnSpMk id="11" creationId="{DA95DE78-01EB-7A30-E071-3AE89899D3AA}"/>
          </ac:cxnSpMkLst>
        </pc:cxnChg>
        <pc:cxnChg chg="add">
          <ac:chgData name="harish1813@gmail.com" userId="613d342206dc88bc" providerId="LiveId" clId="{EEDAE3EB-AEB0-40E8-B4E1-1F7EDC38DCE6}" dt="2026-10-26T18:56:25.616" v="8975" actId="11529"/>
          <ac:cxnSpMkLst>
            <pc:docMk/>
            <pc:sldMk cId="3590259156" sldId="315"/>
            <ac:cxnSpMk id="13" creationId="{431C7672-F7C0-27AF-F092-EA9541A9A155}"/>
          </ac:cxnSpMkLst>
        </pc:cxnChg>
        <pc:cxnChg chg="add mod">
          <ac:chgData name="harish1813@gmail.com" userId="613d342206dc88bc" providerId="LiveId" clId="{EEDAE3EB-AEB0-40E8-B4E1-1F7EDC38DCE6}" dt="2026-10-26T18:56:52.592" v="8979" actId="1076"/>
          <ac:cxnSpMkLst>
            <pc:docMk/>
            <pc:sldMk cId="3590259156" sldId="315"/>
            <ac:cxnSpMk id="15" creationId="{B45AEE18-F52D-1784-A19B-E5738ACACB1D}"/>
          </ac:cxnSpMkLst>
        </pc:cxnChg>
      </pc:sldChg>
      <pc:sldChg chg="addSp delSp modSp new mod">
        <pc:chgData name="harish1813@gmail.com" userId="613d342206dc88bc" providerId="LiveId" clId="{EEDAE3EB-AEB0-40E8-B4E1-1F7EDC38DCE6}" dt="2026-10-26T19:04:43.782" v="9370" actId="1076"/>
        <pc:sldMkLst>
          <pc:docMk/>
          <pc:sldMk cId="4147411865" sldId="316"/>
        </pc:sldMkLst>
        <pc:spChg chg="add mod">
          <ac:chgData name="harish1813@gmail.com" userId="613d342206dc88bc" providerId="LiveId" clId="{EEDAE3EB-AEB0-40E8-B4E1-1F7EDC38DCE6}" dt="2026-10-26T19:03:11.640" v="9304" actId="20577"/>
          <ac:spMkLst>
            <pc:docMk/>
            <pc:sldMk cId="4147411865" sldId="316"/>
            <ac:spMk id="2" creationId="{2C8E8072-C8BD-94FE-D4EF-52442880DA79}"/>
          </ac:spMkLst>
        </pc:spChg>
        <pc:spChg chg="add mod">
          <ac:chgData name="harish1813@gmail.com" userId="613d342206dc88bc" providerId="LiveId" clId="{EEDAE3EB-AEB0-40E8-B4E1-1F7EDC38DCE6}" dt="2026-10-26T19:04:20.713" v="9366" actId="20577"/>
          <ac:spMkLst>
            <pc:docMk/>
            <pc:sldMk cId="4147411865" sldId="316"/>
            <ac:spMk id="4" creationId="{6DA66763-7D01-134B-D953-3AD751DDC4D4}"/>
          </ac:spMkLst>
        </pc:spChg>
        <pc:spChg chg="add del">
          <ac:chgData name="harish1813@gmail.com" userId="613d342206dc88bc" providerId="LiveId" clId="{EEDAE3EB-AEB0-40E8-B4E1-1F7EDC38DCE6}" dt="2026-10-26T19:03:25.308" v="9307" actId="478"/>
          <ac:spMkLst>
            <pc:docMk/>
            <pc:sldMk cId="4147411865" sldId="316"/>
            <ac:spMk id="9" creationId="{C67945B0-0FC2-70BF-09F0-31CDB4C96BE8}"/>
          </ac:spMkLst>
        </pc:spChg>
        <pc:picChg chg="add mod">
          <ac:chgData name="harish1813@gmail.com" userId="613d342206dc88bc" providerId="LiveId" clId="{EEDAE3EB-AEB0-40E8-B4E1-1F7EDC38DCE6}" dt="2026-10-26T19:04:43.782" v="9370" actId="1076"/>
          <ac:picMkLst>
            <pc:docMk/>
            <pc:sldMk cId="4147411865" sldId="316"/>
            <ac:picMk id="6" creationId="{39CB921B-6A72-5115-32E2-DE399A29FB85}"/>
          </ac:picMkLst>
        </pc:picChg>
        <pc:picChg chg="add mod">
          <ac:chgData name="harish1813@gmail.com" userId="613d342206dc88bc" providerId="LiveId" clId="{EEDAE3EB-AEB0-40E8-B4E1-1F7EDC38DCE6}" dt="2026-10-26T19:04:30.421" v="9367" actId="1076"/>
          <ac:picMkLst>
            <pc:docMk/>
            <pc:sldMk cId="4147411865" sldId="316"/>
            <ac:picMk id="8" creationId="{7EC3248E-4DA4-FCFF-9585-713AA6F2F4D5}"/>
          </ac:picMkLst>
        </pc:picChg>
        <pc:cxnChg chg="add mod">
          <ac:chgData name="harish1813@gmail.com" userId="613d342206dc88bc" providerId="LiveId" clId="{EEDAE3EB-AEB0-40E8-B4E1-1F7EDC38DCE6}" dt="2026-10-26T19:04:34.198" v="9368" actId="14100"/>
          <ac:cxnSpMkLst>
            <pc:docMk/>
            <pc:sldMk cId="4147411865" sldId="316"/>
            <ac:cxnSpMk id="11" creationId="{A5D9B969-56EC-5FCC-C03F-808027F28612}"/>
          </ac:cxnSpMkLst>
        </pc:cxnChg>
        <pc:cxnChg chg="add">
          <ac:chgData name="harish1813@gmail.com" userId="613d342206dc88bc" providerId="LiveId" clId="{EEDAE3EB-AEB0-40E8-B4E1-1F7EDC38DCE6}" dt="2026-10-26T19:03:34.753" v="9308" actId="11529"/>
          <ac:cxnSpMkLst>
            <pc:docMk/>
            <pc:sldMk cId="4147411865" sldId="316"/>
            <ac:cxnSpMk id="13" creationId="{7CD623CA-9CB5-A133-DB12-0F68301FCB5D}"/>
          </ac:cxnSpMkLst>
        </pc:cxnChg>
      </pc:sldChg>
      <pc:sldChg chg="addSp modSp new mod">
        <pc:chgData name="harish1813@gmail.com" userId="613d342206dc88bc" providerId="LiveId" clId="{EEDAE3EB-AEB0-40E8-B4E1-1F7EDC38DCE6}" dt="2026-10-26T19:24:36.872" v="9657" actId="20577"/>
        <pc:sldMkLst>
          <pc:docMk/>
          <pc:sldMk cId="252520861" sldId="317"/>
        </pc:sldMkLst>
        <pc:spChg chg="add mod">
          <ac:chgData name="harish1813@gmail.com" userId="613d342206dc88bc" providerId="LiveId" clId="{EEDAE3EB-AEB0-40E8-B4E1-1F7EDC38DCE6}" dt="2026-10-26T19:22:38.108" v="9644" actId="14100"/>
          <ac:spMkLst>
            <pc:docMk/>
            <pc:sldMk cId="252520861" sldId="317"/>
            <ac:spMk id="2" creationId="{4D12A604-72ED-F3C1-D0A5-0119609156AA}"/>
          </ac:spMkLst>
        </pc:spChg>
        <pc:spChg chg="add mod">
          <ac:chgData name="harish1813@gmail.com" userId="613d342206dc88bc" providerId="LiveId" clId="{EEDAE3EB-AEB0-40E8-B4E1-1F7EDC38DCE6}" dt="2026-10-26T19:24:36.872" v="9657" actId="20577"/>
          <ac:spMkLst>
            <pc:docMk/>
            <pc:sldMk cId="252520861" sldId="317"/>
            <ac:spMk id="4" creationId="{41901E26-5FF9-7371-8F57-F3A3CD1D76D9}"/>
          </ac:spMkLst>
        </pc:spChg>
        <pc:cxnChg chg="add">
          <ac:chgData name="harish1813@gmail.com" userId="613d342206dc88bc" providerId="LiveId" clId="{EEDAE3EB-AEB0-40E8-B4E1-1F7EDC38DCE6}" dt="2026-10-26T19:22:44.866" v="9645" actId="11529"/>
          <ac:cxnSpMkLst>
            <pc:docMk/>
            <pc:sldMk cId="252520861" sldId="317"/>
            <ac:cxnSpMk id="6" creationId="{CC6047EC-4CDA-F3F7-6C5C-A396CAB93B62}"/>
          </ac:cxnSpMkLst>
        </pc:cxnChg>
        <pc:cxnChg chg="add mod">
          <ac:chgData name="harish1813@gmail.com" userId="613d342206dc88bc" providerId="LiveId" clId="{EEDAE3EB-AEB0-40E8-B4E1-1F7EDC38DCE6}" dt="2026-10-26T19:23:12.327" v="9649" actId="14100"/>
          <ac:cxnSpMkLst>
            <pc:docMk/>
            <pc:sldMk cId="252520861" sldId="317"/>
            <ac:cxnSpMk id="7" creationId="{E773E1D7-D9D1-3046-F5BF-031477599371}"/>
          </ac:cxnSpMkLst>
        </pc:cxnChg>
        <pc:cxnChg chg="add">
          <ac:chgData name="harish1813@gmail.com" userId="613d342206dc88bc" providerId="LiveId" clId="{EEDAE3EB-AEB0-40E8-B4E1-1F7EDC38DCE6}" dt="2026-10-26T19:23:23.059" v="9650" actId="11529"/>
          <ac:cxnSpMkLst>
            <pc:docMk/>
            <pc:sldMk cId="252520861" sldId="317"/>
            <ac:cxnSpMk id="10" creationId="{AEA5D7C6-2C07-B9F4-9148-4ABF3AE7861A}"/>
          </ac:cxnSpMkLst>
        </pc:cxnChg>
        <pc:cxnChg chg="add">
          <ac:chgData name="harish1813@gmail.com" userId="613d342206dc88bc" providerId="LiveId" clId="{EEDAE3EB-AEB0-40E8-B4E1-1F7EDC38DCE6}" dt="2026-10-26T19:23:28.031" v="9651" actId="11529"/>
          <ac:cxnSpMkLst>
            <pc:docMk/>
            <pc:sldMk cId="252520861" sldId="317"/>
            <ac:cxnSpMk id="12" creationId="{0B53CCE5-13CD-795C-ECE1-3E5DBA35FBF2}"/>
          </ac:cxnSpMkLst>
        </pc:cxnChg>
        <pc:cxnChg chg="add">
          <ac:chgData name="harish1813@gmail.com" userId="613d342206dc88bc" providerId="LiveId" clId="{EEDAE3EB-AEB0-40E8-B4E1-1F7EDC38DCE6}" dt="2026-10-26T19:23:34.217" v="9652" actId="11529"/>
          <ac:cxnSpMkLst>
            <pc:docMk/>
            <pc:sldMk cId="252520861" sldId="317"/>
            <ac:cxnSpMk id="14" creationId="{E3631377-D336-A621-E950-3510259DD6E6}"/>
          </ac:cxnSpMkLst>
        </pc:cxnChg>
      </pc:sldChg>
      <pc:sldChg chg="addSp modSp new mod">
        <pc:chgData name="harish1813@gmail.com" userId="613d342206dc88bc" providerId="LiveId" clId="{EEDAE3EB-AEB0-40E8-B4E1-1F7EDC38DCE6}" dt="2026-10-26T19:32:15.161" v="9939" actId="1076"/>
        <pc:sldMkLst>
          <pc:docMk/>
          <pc:sldMk cId="492793201" sldId="318"/>
        </pc:sldMkLst>
        <pc:spChg chg="add mod">
          <ac:chgData name="harish1813@gmail.com" userId="613d342206dc88bc" providerId="LiveId" clId="{EEDAE3EB-AEB0-40E8-B4E1-1F7EDC38DCE6}" dt="2026-10-26T19:32:01.671" v="9937" actId="20577"/>
          <ac:spMkLst>
            <pc:docMk/>
            <pc:sldMk cId="492793201" sldId="318"/>
            <ac:spMk id="2" creationId="{C1585664-8AB7-805E-85D5-390FAE6DD8B8}"/>
          </ac:spMkLst>
        </pc:spChg>
        <pc:spChg chg="add mod">
          <ac:chgData name="harish1813@gmail.com" userId="613d342206dc88bc" providerId="LiveId" clId="{EEDAE3EB-AEB0-40E8-B4E1-1F7EDC38DCE6}" dt="2026-10-26T19:31:56.429" v="9928" actId="20577"/>
          <ac:spMkLst>
            <pc:docMk/>
            <pc:sldMk cId="492793201" sldId="318"/>
            <ac:spMk id="3" creationId="{F5D424FE-8A2C-B00D-3A7F-7D92A107C998}"/>
          </ac:spMkLst>
        </pc:spChg>
        <pc:graphicFrameChg chg="add mod modGraphic">
          <ac:chgData name="harish1813@gmail.com" userId="613d342206dc88bc" providerId="LiveId" clId="{EEDAE3EB-AEB0-40E8-B4E1-1F7EDC38DCE6}" dt="2026-10-26T19:32:15.161" v="9939" actId="1076"/>
          <ac:graphicFrameMkLst>
            <pc:docMk/>
            <pc:sldMk cId="492793201" sldId="318"/>
            <ac:graphicFrameMk id="4" creationId="{04C91345-727C-F04C-BE6A-6DBD3A1AD73E}"/>
          </ac:graphicFrameMkLst>
        </pc:graphicFrameChg>
      </pc:sldChg>
      <pc:sldChg chg="addSp modSp new mod">
        <pc:chgData name="harish1813@gmail.com" userId="613d342206dc88bc" providerId="LiveId" clId="{EEDAE3EB-AEB0-40E8-B4E1-1F7EDC38DCE6}" dt="2026-10-26T19:42:29.600" v="10205" actId="20577"/>
        <pc:sldMkLst>
          <pc:docMk/>
          <pc:sldMk cId="2765592957" sldId="319"/>
        </pc:sldMkLst>
        <pc:spChg chg="add mod">
          <ac:chgData name="harish1813@gmail.com" userId="613d342206dc88bc" providerId="LiveId" clId="{EEDAE3EB-AEB0-40E8-B4E1-1F7EDC38DCE6}" dt="2026-10-26T19:42:07.755" v="10128"/>
          <ac:spMkLst>
            <pc:docMk/>
            <pc:sldMk cId="2765592957" sldId="319"/>
            <ac:spMk id="2" creationId="{AB2414F9-8A9D-A927-C798-7EF760ABF268}"/>
          </ac:spMkLst>
        </pc:spChg>
        <pc:spChg chg="add mod">
          <ac:chgData name="harish1813@gmail.com" userId="613d342206dc88bc" providerId="LiveId" clId="{EEDAE3EB-AEB0-40E8-B4E1-1F7EDC38DCE6}" dt="2026-10-26T19:42:29.600" v="10205" actId="20577"/>
          <ac:spMkLst>
            <pc:docMk/>
            <pc:sldMk cId="2765592957" sldId="319"/>
            <ac:spMk id="3" creationId="{C3F14A55-C510-459C-3598-1AD4A7713A1E}"/>
          </ac:spMkLst>
        </pc:spChg>
        <pc:graphicFrameChg chg="add mod">
          <ac:chgData name="harish1813@gmail.com" userId="613d342206dc88bc" providerId="LiveId" clId="{EEDAE3EB-AEB0-40E8-B4E1-1F7EDC38DCE6}" dt="2026-10-26T19:37:59.586" v="10034" actId="1076"/>
          <ac:graphicFrameMkLst>
            <pc:docMk/>
            <pc:sldMk cId="2765592957" sldId="319"/>
            <ac:graphicFrameMk id="4" creationId="{DC5A2B08-2788-1D49-2FB5-5028611F4D88}"/>
          </ac:graphicFrameMkLst>
        </pc:graphicFrameChg>
      </pc:sldChg>
      <pc:sldChg chg="addSp modSp new mod">
        <pc:chgData name="harish1813@gmail.com" userId="613d342206dc88bc" providerId="LiveId" clId="{EEDAE3EB-AEB0-40E8-B4E1-1F7EDC38DCE6}" dt="2026-10-26T19:51:59.088" v="10559" actId="20577"/>
        <pc:sldMkLst>
          <pc:docMk/>
          <pc:sldMk cId="4195846080" sldId="320"/>
        </pc:sldMkLst>
        <pc:spChg chg="add mod">
          <ac:chgData name="harish1813@gmail.com" userId="613d342206dc88bc" providerId="LiveId" clId="{EEDAE3EB-AEB0-40E8-B4E1-1F7EDC38DCE6}" dt="2026-10-26T19:48:48.287" v="10249" actId="14100"/>
          <ac:spMkLst>
            <pc:docMk/>
            <pc:sldMk cId="4195846080" sldId="320"/>
            <ac:spMk id="2" creationId="{CF886D0C-8F0C-F7AC-CA92-3091920BA45F}"/>
          </ac:spMkLst>
        </pc:spChg>
        <pc:spChg chg="add mod">
          <ac:chgData name="harish1813@gmail.com" userId="613d342206dc88bc" providerId="LiveId" clId="{EEDAE3EB-AEB0-40E8-B4E1-1F7EDC38DCE6}" dt="2026-10-26T19:48:43.523" v="10248" actId="20577"/>
          <ac:spMkLst>
            <pc:docMk/>
            <pc:sldMk cId="4195846080" sldId="320"/>
            <ac:spMk id="3" creationId="{53E2A99E-D517-F938-0DFC-D10BB3345702}"/>
          </ac:spMkLst>
        </pc:spChg>
        <pc:spChg chg="add mod">
          <ac:chgData name="harish1813@gmail.com" userId="613d342206dc88bc" providerId="LiveId" clId="{EEDAE3EB-AEB0-40E8-B4E1-1F7EDC38DCE6}" dt="2026-10-26T19:51:59.088" v="10559" actId="20577"/>
          <ac:spMkLst>
            <pc:docMk/>
            <pc:sldMk cId="4195846080" sldId="320"/>
            <ac:spMk id="4" creationId="{6F49A5D2-516C-C016-9167-165375C26D5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00918-CF2C-8F29-454D-9689695F3E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60BA83-1CB0-9736-D237-4954F22B51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002AAB-36DC-9B59-8B91-D61C4D7F5170}"/>
              </a:ext>
            </a:extLst>
          </p:cNvPr>
          <p:cNvSpPr>
            <a:spLocks noGrp="1"/>
          </p:cNvSpPr>
          <p:nvPr>
            <p:ph type="dt" sz="half" idx="10"/>
          </p:nvPr>
        </p:nvSpPr>
        <p:spPr/>
        <p:txBody>
          <a:bodyPr/>
          <a:lstStyle/>
          <a:p>
            <a:fld id="{56E2F07A-44C6-4039-A780-90C23D6FF069}" type="datetimeFigureOut">
              <a:rPr lang="en-US" smtClean="0"/>
              <a:t>10/26/2026</a:t>
            </a:fld>
            <a:endParaRPr lang="en-US"/>
          </a:p>
        </p:txBody>
      </p:sp>
      <p:sp>
        <p:nvSpPr>
          <p:cNvPr id="5" name="Footer Placeholder 4">
            <a:extLst>
              <a:ext uri="{FF2B5EF4-FFF2-40B4-BE49-F238E27FC236}">
                <a16:creationId xmlns:a16="http://schemas.microsoft.com/office/drawing/2014/main" id="{869C7C16-EFCB-540A-48B6-F8ADD2B03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D792BF-DC20-8D49-BFA7-0362964F814B}"/>
              </a:ext>
            </a:extLst>
          </p:cNvPr>
          <p:cNvSpPr>
            <a:spLocks noGrp="1"/>
          </p:cNvSpPr>
          <p:nvPr>
            <p:ph type="sldNum" sz="quarter" idx="12"/>
          </p:nvPr>
        </p:nvSpPr>
        <p:spPr/>
        <p:txBody>
          <a:bodyPr/>
          <a:lstStyle/>
          <a:p>
            <a:fld id="{52F43D77-26CA-423D-967C-0174E9B95F95}" type="slidenum">
              <a:rPr lang="en-US" smtClean="0"/>
              <a:t>‹#›</a:t>
            </a:fld>
            <a:endParaRPr lang="en-US"/>
          </a:p>
        </p:txBody>
      </p:sp>
    </p:spTree>
    <p:extLst>
      <p:ext uri="{BB962C8B-B14F-4D97-AF65-F5344CB8AC3E}">
        <p14:creationId xmlns:p14="http://schemas.microsoft.com/office/powerpoint/2010/main" val="440045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5A430-26B2-790B-17BE-CE2D09CE28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56B346-D3EA-7DAD-CB9D-085FD0D8E2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B2E25-C4DE-0522-5D7F-E719A616CD91}"/>
              </a:ext>
            </a:extLst>
          </p:cNvPr>
          <p:cNvSpPr>
            <a:spLocks noGrp="1"/>
          </p:cNvSpPr>
          <p:nvPr>
            <p:ph type="dt" sz="half" idx="10"/>
          </p:nvPr>
        </p:nvSpPr>
        <p:spPr/>
        <p:txBody>
          <a:bodyPr/>
          <a:lstStyle/>
          <a:p>
            <a:fld id="{56E2F07A-44C6-4039-A780-90C23D6FF069}" type="datetimeFigureOut">
              <a:rPr lang="en-US" smtClean="0"/>
              <a:t>10/26/2026</a:t>
            </a:fld>
            <a:endParaRPr lang="en-US"/>
          </a:p>
        </p:txBody>
      </p:sp>
      <p:sp>
        <p:nvSpPr>
          <p:cNvPr id="5" name="Footer Placeholder 4">
            <a:extLst>
              <a:ext uri="{FF2B5EF4-FFF2-40B4-BE49-F238E27FC236}">
                <a16:creationId xmlns:a16="http://schemas.microsoft.com/office/drawing/2014/main" id="{8C2819C7-0B4C-0177-0BC9-55606D86DE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28DD2D-204B-9233-2B36-81C0F263A4A1}"/>
              </a:ext>
            </a:extLst>
          </p:cNvPr>
          <p:cNvSpPr>
            <a:spLocks noGrp="1"/>
          </p:cNvSpPr>
          <p:nvPr>
            <p:ph type="sldNum" sz="quarter" idx="12"/>
          </p:nvPr>
        </p:nvSpPr>
        <p:spPr/>
        <p:txBody>
          <a:bodyPr/>
          <a:lstStyle/>
          <a:p>
            <a:fld id="{52F43D77-26CA-423D-967C-0174E9B95F95}" type="slidenum">
              <a:rPr lang="en-US" smtClean="0"/>
              <a:t>‹#›</a:t>
            </a:fld>
            <a:endParaRPr lang="en-US"/>
          </a:p>
        </p:txBody>
      </p:sp>
    </p:spTree>
    <p:extLst>
      <p:ext uri="{BB962C8B-B14F-4D97-AF65-F5344CB8AC3E}">
        <p14:creationId xmlns:p14="http://schemas.microsoft.com/office/powerpoint/2010/main" val="3442798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48993-0B22-8F6C-2CDB-366327C536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B736A7-9499-8380-BCCE-12B9B92071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F7013E-C2F4-95BB-70D1-EE3EC227842D}"/>
              </a:ext>
            </a:extLst>
          </p:cNvPr>
          <p:cNvSpPr>
            <a:spLocks noGrp="1"/>
          </p:cNvSpPr>
          <p:nvPr>
            <p:ph type="dt" sz="half" idx="10"/>
          </p:nvPr>
        </p:nvSpPr>
        <p:spPr/>
        <p:txBody>
          <a:bodyPr/>
          <a:lstStyle/>
          <a:p>
            <a:fld id="{56E2F07A-44C6-4039-A780-90C23D6FF069}" type="datetimeFigureOut">
              <a:rPr lang="en-US" smtClean="0"/>
              <a:t>10/26/2026</a:t>
            </a:fld>
            <a:endParaRPr lang="en-US"/>
          </a:p>
        </p:txBody>
      </p:sp>
      <p:sp>
        <p:nvSpPr>
          <p:cNvPr id="5" name="Footer Placeholder 4">
            <a:extLst>
              <a:ext uri="{FF2B5EF4-FFF2-40B4-BE49-F238E27FC236}">
                <a16:creationId xmlns:a16="http://schemas.microsoft.com/office/drawing/2014/main" id="{78D59F48-2D42-8007-951B-8303F9ECB4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C5B209-07BC-2C85-C5B9-0038DD3A45EB}"/>
              </a:ext>
            </a:extLst>
          </p:cNvPr>
          <p:cNvSpPr>
            <a:spLocks noGrp="1"/>
          </p:cNvSpPr>
          <p:nvPr>
            <p:ph type="sldNum" sz="quarter" idx="12"/>
          </p:nvPr>
        </p:nvSpPr>
        <p:spPr/>
        <p:txBody>
          <a:bodyPr/>
          <a:lstStyle/>
          <a:p>
            <a:fld id="{52F43D77-26CA-423D-967C-0174E9B95F95}" type="slidenum">
              <a:rPr lang="en-US" smtClean="0"/>
              <a:t>‹#›</a:t>
            </a:fld>
            <a:endParaRPr lang="en-US"/>
          </a:p>
        </p:txBody>
      </p:sp>
    </p:spTree>
    <p:extLst>
      <p:ext uri="{BB962C8B-B14F-4D97-AF65-F5344CB8AC3E}">
        <p14:creationId xmlns:p14="http://schemas.microsoft.com/office/powerpoint/2010/main" val="1483272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3D7DB-1526-DF48-9580-56A8F09298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71406F-257C-3C45-ADA3-D8B5D73F5A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1860DC-839C-479B-7ADB-13607289A3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964E72-6203-6BD4-0CD1-8D3FAB8E1A49}"/>
              </a:ext>
            </a:extLst>
          </p:cNvPr>
          <p:cNvSpPr>
            <a:spLocks noGrp="1"/>
          </p:cNvSpPr>
          <p:nvPr>
            <p:ph type="dt" sz="half" idx="10"/>
          </p:nvPr>
        </p:nvSpPr>
        <p:spPr/>
        <p:txBody>
          <a:bodyPr/>
          <a:lstStyle/>
          <a:p>
            <a:fld id="{56E2F07A-44C6-4039-A780-90C23D6FF069}" type="datetimeFigureOut">
              <a:rPr lang="en-US" smtClean="0"/>
              <a:t>10/26/2026</a:t>
            </a:fld>
            <a:endParaRPr lang="en-US"/>
          </a:p>
        </p:txBody>
      </p:sp>
      <p:sp>
        <p:nvSpPr>
          <p:cNvPr id="6" name="Footer Placeholder 5">
            <a:extLst>
              <a:ext uri="{FF2B5EF4-FFF2-40B4-BE49-F238E27FC236}">
                <a16:creationId xmlns:a16="http://schemas.microsoft.com/office/drawing/2014/main" id="{C5B17846-0E42-054F-92D6-99C5951D3B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DE0DAA-2A72-B14F-6E0F-90DD7569BCAF}"/>
              </a:ext>
            </a:extLst>
          </p:cNvPr>
          <p:cNvSpPr>
            <a:spLocks noGrp="1"/>
          </p:cNvSpPr>
          <p:nvPr>
            <p:ph type="sldNum" sz="quarter" idx="12"/>
          </p:nvPr>
        </p:nvSpPr>
        <p:spPr/>
        <p:txBody>
          <a:bodyPr/>
          <a:lstStyle/>
          <a:p>
            <a:fld id="{52F43D77-26CA-423D-967C-0174E9B95F95}" type="slidenum">
              <a:rPr lang="en-US" smtClean="0"/>
              <a:t>‹#›</a:t>
            </a:fld>
            <a:endParaRPr lang="en-US"/>
          </a:p>
        </p:txBody>
      </p:sp>
    </p:spTree>
    <p:extLst>
      <p:ext uri="{BB962C8B-B14F-4D97-AF65-F5344CB8AC3E}">
        <p14:creationId xmlns:p14="http://schemas.microsoft.com/office/powerpoint/2010/main" val="3740299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A5C5A-DE1D-B962-1457-65C4BD3AC5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2F0717-D8A8-DA80-CB18-AB1FA4C054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84CAE5-5E3B-E0EB-F98C-9D021464C8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2BB26B-0415-ED45-5904-64B02E82D5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D81931-F276-E095-286B-5E46B54F10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C594D9-1453-A94B-1E6F-7A37883CAB68}"/>
              </a:ext>
            </a:extLst>
          </p:cNvPr>
          <p:cNvSpPr>
            <a:spLocks noGrp="1"/>
          </p:cNvSpPr>
          <p:nvPr>
            <p:ph type="dt" sz="half" idx="10"/>
          </p:nvPr>
        </p:nvSpPr>
        <p:spPr/>
        <p:txBody>
          <a:bodyPr/>
          <a:lstStyle/>
          <a:p>
            <a:fld id="{56E2F07A-44C6-4039-A780-90C23D6FF069}" type="datetimeFigureOut">
              <a:rPr lang="en-US" smtClean="0"/>
              <a:t>10/26/2026</a:t>
            </a:fld>
            <a:endParaRPr lang="en-US"/>
          </a:p>
        </p:txBody>
      </p:sp>
      <p:sp>
        <p:nvSpPr>
          <p:cNvPr id="8" name="Footer Placeholder 7">
            <a:extLst>
              <a:ext uri="{FF2B5EF4-FFF2-40B4-BE49-F238E27FC236}">
                <a16:creationId xmlns:a16="http://schemas.microsoft.com/office/drawing/2014/main" id="{7FDEBB45-6F90-A158-4F5A-60E94D739B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E24ED8-7D1E-B82E-D6FC-8AC4F21242AC}"/>
              </a:ext>
            </a:extLst>
          </p:cNvPr>
          <p:cNvSpPr>
            <a:spLocks noGrp="1"/>
          </p:cNvSpPr>
          <p:nvPr>
            <p:ph type="sldNum" sz="quarter" idx="12"/>
          </p:nvPr>
        </p:nvSpPr>
        <p:spPr/>
        <p:txBody>
          <a:bodyPr/>
          <a:lstStyle/>
          <a:p>
            <a:fld id="{52F43D77-26CA-423D-967C-0174E9B95F95}" type="slidenum">
              <a:rPr lang="en-US" smtClean="0"/>
              <a:t>‹#›</a:t>
            </a:fld>
            <a:endParaRPr lang="en-US"/>
          </a:p>
        </p:txBody>
      </p:sp>
    </p:spTree>
    <p:extLst>
      <p:ext uri="{BB962C8B-B14F-4D97-AF65-F5344CB8AC3E}">
        <p14:creationId xmlns:p14="http://schemas.microsoft.com/office/powerpoint/2010/main" val="3672617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450A8-6877-F24A-880A-8EBC523CD9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C299CA-18A4-7CFE-A270-2E7EAC0319AA}"/>
              </a:ext>
            </a:extLst>
          </p:cNvPr>
          <p:cNvSpPr>
            <a:spLocks noGrp="1"/>
          </p:cNvSpPr>
          <p:nvPr>
            <p:ph type="dt" sz="half" idx="10"/>
          </p:nvPr>
        </p:nvSpPr>
        <p:spPr/>
        <p:txBody>
          <a:bodyPr/>
          <a:lstStyle/>
          <a:p>
            <a:fld id="{56E2F07A-44C6-4039-A780-90C23D6FF069}" type="datetimeFigureOut">
              <a:rPr lang="en-US" smtClean="0"/>
              <a:t>10/26/2026</a:t>
            </a:fld>
            <a:endParaRPr lang="en-US"/>
          </a:p>
        </p:txBody>
      </p:sp>
      <p:sp>
        <p:nvSpPr>
          <p:cNvPr id="4" name="Footer Placeholder 3">
            <a:extLst>
              <a:ext uri="{FF2B5EF4-FFF2-40B4-BE49-F238E27FC236}">
                <a16:creationId xmlns:a16="http://schemas.microsoft.com/office/drawing/2014/main" id="{BC40FE9B-F070-AE23-9D5B-2624162C76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131648-95B3-E4B7-EC78-1A94A61D831D}"/>
              </a:ext>
            </a:extLst>
          </p:cNvPr>
          <p:cNvSpPr>
            <a:spLocks noGrp="1"/>
          </p:cNvSpPr>
          <p:nvPr>
            <p:ph type="sldNum" sz="quarter" idx="12"/>
          </p:nvPr>
        </p:nvSpPr>
        <p:spPr/>
        <p:txBody>
          <a:bodyPr/>
          <a:lstStyle/>
          <a:p>
            <a:fld id="{52F43D77-26CA-423D-967C-0174E9B95F95}" type="slidenum">
              <a:rPr lang="en-US" smtClean="0"/>
              <a:t>‹#›</a:t>
            </a:fld>
            <a:endParaRPr lang="en-US"/>
          </a:p>
        </p:txBody>
      </p:sp>
    </p:spTree>
    <p:extLst>
      <p:ext uri="{BB962C8B-B14F-4D97-AF65-F5344CB8AC3E}">
        <p14:creationId xmlns:p14="http://schemas.microsoft.com/office/powerpoint/2010/main" val="84282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46DD1-F74E-DD10-5006-9FEAE99A9E31}"/>
              </a:ext>
            </a:extLst>
          </p:cNvPr>
          <p:cNvSpPr>
            <a:spLocks noGrp="1"/>
          </p:cNvSpPr>
          <p:nvPr>
            <p:ph type="dt" sz="half" idx="10"/>
          </p:nvPr>
        </p:nvSpPr>
        <p:spPr/>
        <p:txBody>
          <a:bodyPr/>
          <a:lstStyle/>
          <a:p>
            <a:fld id="{56E2F07A-44C6-4039-A780-90C23D6FF069}" type="datetimeFigureOut">
              <a:rPr lang="en-US" smtClean="0"/>
              <a:t>10/26/2026</a:t>
            </a:fld>
            <a:endParaRPr lang="en-US"/>
          </a:p>
        </p:txBody>
      </p:sp>
      <p:sp>
        <p:nvSpPr>
          <p:cNvPr id="3" name="Footer Placeholder 2">
            <a:extLst>
              <a:ext uri="{FF2B5EF4-FFF2-40B4-BE49-F238E27FC236}">
                <a16:creationId xmlns:a16="http://schemas.microsoft.com/office/drawing/2014/main" id="{5DCF52E3-F5BE-C630-9842-A82D27FFBF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DCE5A6-4E7B-5DEE-8FAF-D8FD04E6AFA3}"/>
              </a:ext>
            </a:extLst>
          </p:cNvPr>
          <p:cNvSpPr>
            <a:spLocks noGrp="1"/>
          </p:cNvSpPr>
          <p:nvPr>
            <p:ph type="sldNum" sz="quarter" idx="12"/>
          </p:nvPr>
        </p:nvSpPr>
        <p:spPr/>
        <p:txBody>
          <a:bodyPr/>
          <a:lstStyle/>
          <a:p>
            <a:fld id="{52F43D77-26CA-423D-967C-0174E9B95F95}" type="slidenum">
              <a:rPr lang="en-US" smtClean="0"/>
              <a:t>‹#›</a:t>
            </a:fld>
            <a:endParaRPr lang="en-US"/>
          </a:p>
        </p:txBody>
      </p:sp>
    </p:spTree>
    <p:extLst>
      <p:ext uri="{BB962C8B-B14F-4D97-AF65-F5344CB8AC3E}">
        <p14:creationId xmlns:p14="http://schemas.microsoft.com/office/powerpoint/2010/main" val="3197940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5C6FC-0102-73D7-04AA-42D4AC6F67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988B2D-5E54-8556-5DCB-A6A1873AAC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D48FB0-49DA-0A5E-CAB7-0553233D2F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CB599E-D95D-6DBA-38FD-731CED6BDBA6}"/>
              </a:ext>
            </a:extLst>
          </p:cNvPr>
          <p:cNvSpPr>
            <a:spLocks noGrp="1"/>
          </p:cNvSpPr>
          <p:nvPr>
            <p:ph type="dt" sz="half" idx="10"/>
          </p:nvPr>
        </p:nvSpPr>
        <p:spPr/>
        <p:txBody>
          <a:bodyPr/>
          <a:lstStyle/>
          <a:p>
            <a:fld id="{56E2F07A-44C6-4039-A780-90C23D6FF069}" type="datetimeFigureOut">
              <a:rPr lang="en-US" smtClean="0"/>
              <a:t>10/26/2026</a:t>
            </a:fld>
            <a:endParaRPr lang="en-US"/>
          </a:p>
        </p:txBody>
      </p:sp>
      <p:sp>
        <p:nvSpPr>
          <p:cNvPr id="6" name="Footer Placeholder 5">
            <a:extLst>
              <a:ext uri="{FF2B5EF4-FFF2-40B4-BE49-F238E27FC236}">
                <a16:creationId xmlns:a16="http://schemas.microsoft.com/office/drawing/2014/main" id="{32BAF7FF-9A47-CA3F-C8D3-5ABE5F24BE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12C8CE-91AB-1883-A7F6-142D90503065}"/>
              </a:ext>
            </a:extLst>
          </p:cNvPr>
          <p:cNvSpPr>
            <a:spLocks noGrp="1"/>
          </p:cNvSpPr>
          <p:nvPr>
            <p:ph type="sldNum" sz="quarter" idx="12"/>
          </p:nvPr>
        </p:nvSpPr>
        <p:spPr/>
        <p:txBody>
          <a:bodyPr/>
          <a:lstStyle/>
          <a:p>
            <a:fld id="{52F43D77-26CA-423D-967C-0174E9B95F95}" type="slidenum">
              <a:rPr lang="en-US" smtClean="0"/>
              <a:t>‹#›</a:t>
            </a:fld>
            <a:endParaRPr lang="en-US"/>
          </a:p>
        </p:txBody>
      </p:sp>
    </p:spTree>
    <p:extLst>
      <p:ext uri="{BB962C8B-B14F-4D97-AF65-F5344CB8AC3E}">
        <p14:creationId xmlns:p14="http://schemas.microsoft.com/office/powerpoint/2010/main" val="2552610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53512-C13B-4222-AA25-4F174C2993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B541F2-A59E-8BAD-DA7C-9E23A1BAC9E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DDBA31-2647-C22A-EF05-89F07D3625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9E5B4A-DEC9-295D-7184-6F3FAC7051A0}"/>
              </a:ext>
            </a:extLst>
          </p:cNvPr>
          <p:cNvSpPr>
            <a:spLocks noGrp="1"/>
          </p:cNvSpPr>
          <p:nvPr>
            <p:ph type="dt" sz="half" idx="10"/>
          </p:nvPr>
        </p:nvSpPr>
        <p:spPr/>
        <p:txBody>
          <a:bodyPr/>
          <a:lstStyle/>
          <a:p>
            <a:fld id="{56E2F07A-44C6-4039-A780-90C23D6FF069}" type="datetimeFigureOut">
              <a:rPr lang="en-US" smtClean="0"/>
              <a:t>10/26/2026</a:t>
            </a:fld>
            <a:endParaRPr lang="en-US"/>
          </a:p>
        </p:txBody>
      </p:sp>
      <p:sp>
        <p:nvSpPr>
          <p:cNvPr id="6" name="Footer Placeholder 5">
            <a:extLst>
              <a:ext uri="{FF2B5EF4-FFF2-40B4-BE49-F238E27FC236}">
                <a16:creationId xmlns:a16="http://schemas.microsoft.com/office/drawing/2014/main" id="{50DC17A2-67B0-BEF5-E50A-647821D745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75B335-A5D0-83A0-7015-CC5002A44F83}"/>
              </a:ext>
            </a:extLst>
          </p:cNvPr>
          <p:cNvSpPr>
            <a:spLocks noGrp="1"/>
          </p:cNvSpPr>
          <p:nvPr>
            <p:ph type="sldNum" sz="quarter" idx="12"/>
          </p:nvPr>
        </p:nvSpPr>
        <p:spPr/>
        <p:txBody>
          <a:bodyPr/>
          <a:lstStyle/>
          <a:p>
            <a:fld id="{52F43D77-26CA-423D-967C-0174E9B95F95}" type="slidenum">
              <a:rPr lang="en-US" smtClean="0"/>
              <a:t>‹#›</a:t>
            </a:fld>
            <a:endParaRPr lang="en-US"/>
          </a:p>
        </p:txBody>
      </p:sp>
    </p:spTree>
    <p:extLst>
      <p:ext uri="{BB962C8B-B14F-4D97-AF65-F5344CB8AC3E}">
        <p14:creationId xmlns:p14="http://schemas.microsoft.com/office/powerpoint/2010/main" val="4157586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9AE78-AC6D-25C4-E7AB-94238D80B6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054287-3E2B-A209-A8DF-20894CA46D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293B-A3B6-1239-F7C2-F48C14271615}"/>
              </a:ext>
            </a:extLst>
          </p:cNvPr>
          <p:cNvSpPr>
            <a:spLocks noGrp="1"/>
          </p:cNvSpPr>
          <p:nvPr>
            <p:ph type="dt" sz="half" idx="10"/>
          </p:nvPr>
        </p:nvSpPr>
        <p:spPr/>
        <p:txBody>
          <a:bodyPr/>
          <a:lstStyle/>
          <a:p>
            <a:fld id="{56E2F07A-44C6-4039-A780-90C23D6FF069}" type="datetimeFigureOut">
              <a:rPr lang="en-US" smtClean="0"/>
              <a:t>10/26/2026</a:t>
            </a:fld>
            <a:endParaRPr lang="en-US"/>
          </a:p>
        </p:txBody>
      </p:sp>
      <p:sp>
        <p:nvSpPr>
          <p:cNvPr id="5" name="Footer Placeholder 4">
            <a:extLst>
              <a:ext uri="{FF2B5EF4-FFF2-40B4-BE49-F238E27FC236}">
                <a16:creationId xmlns:a16="http://schemas.microsoft.com/office/drawing/2014/main" id="{E1396648-D30B-997B-5125-8EA131A23A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F91B91-88FE-68E7-244B-FA67ABA0ACC8}"/>
              </a:ext>
            </a:extLst>
          </p:cNvPr>
          <p:cNvSpPr>
            <a:spLocks noGrp="1"/>
          </p:cNvSpPr>
          <p:nvPr>
            <p:ph type="sldNum" sz="quarter" idx="12"/>
          </p:nvPr>
        </p:nvSpPr>
        <p:spPr/>
        <p:txBody>
          <a:bodyPr/>
          <a:lstStyle/>
          <a:p>
            <a:fld id="{52F43D77-26CA-423D-967C-0174E9B95F95}" type="slidenum">
              <a:rPr lang="en-US" smtClean="0"/>
              <a:t>‹#›</a:t>
            </a:fld>
            <a:endParaRPr lang="en-US"/>
          </a:p>
        </p:txBody>
      </p:sp>
    </p:spTree>
    <p:extLst>
      <p:ext uri="{BB962C8B-B14F-4D97-AF65-F5344CB8AC3E}">
        <p14:creationId xmlns:p14="http://schemas.microsoft.com/office/powerpoint/2010/main" val="1648983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1497B-E8D1-2F6E-8BEB-99E6CBDF73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300F9A-E4CC-816D-E824-9484AD43E7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8EC059-EE19-1382-D154-EB0886C6A355}"/>
              </a:ext>
            </a:extLst>
          </p:cNvPr>
          <p:cNvSpPr>
            <a:spLocks noGrp="1"/>
          </p:cNvSpPr>
          <p:nvPr>
            <p:ph type="dt" sz="half" idx="10"/>
          </p:nvPr>
        </p:nvSpPr>
        <p:spPr/>
        <p:txBody>
          <a:bodyPr/>
          <a:lstStyle/>
          <a:p>
            <a:fld id="{56E2F07A-44C6-4039-A780-90C23D6FF069}" type="datetimeFigureOut">
              <a:rPr lang="en-US" smtClean="0"/>
              <a:t>10/26/2026</a:t>
            </a:fld>
            <a:endParaRPr lang="en-US"/>
          </a:p>
        </p:txBody>
      </p:sp>
      <p:sp>
        <p:nvSpPr>
          <p:cNvPr id="5" name="Footer Placeholder 4">
            <a:extLst>
              <a:ext uri="{FF2B5EF4-FFF2-40B4-BE49-F238E27FC236}">
                <a16:creationId xmlns:a16="http://schemas.microsoft.com/office/drawing/2014/main" id="{1B411980-6DAD-D016-F910-F97F1AD9EC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42D641-2C6D-02FA-0B80-3B9A80647880}"/>
              </a:ext>
            </a:extLst>
          </p:cNvPr>
          <p:cNvSpPr>
            <a:spLocks noGrp="1"/>
          </p:cNvSpPr>
          <p:nvPr>
            <p:ph type="sldNum" sz="quarter" idx="12"/>
          </p:nvPr>
        </p:nvSpPr>
        <p:spPr/>
        <p:txBody>
          <a:bodyPr/>
          <a:lstStyle/>
          <a:p>
            <a:fld id="{52F43D77-26CA-423D-967C-0174E9B95F95}" type="slidenum">
              <a:rPr lang="en-US" smtClean="0"/>
              <a:t>‹#›</a:t>
            </a:fld>
            <a:endParaRPr lang="en-US"/>
          </a:p>
        </p:txBody>
      </p:sp>
    </p:spTree>
    <p:extLst>
      <p:ext uri="{BB962C8B-B14F-4D97-AF65-F5344CB8AC3E}">
        <p14:creationId xmlns:p14="http://schemas.microsoft.com/office/powerpoint/2010/main" val="2003407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E2D2A4-901D-C847-8DB6-8075C36897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3BC252-F767-4D15-AA66-46D500953B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D02F1A-1F24-5159-3E0C-5781FD359E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E2F07A-44C6-4039-A780-90C23D6FF069}" type="datetimeFigureOut">
              <a:rPr lang="en-US" smtClean="0"/>
              <a:t>10/26/2026</a:t>
            </a:fld>
            <a:endParaRPr lang="en-US"/>
          </a:p>
        </p:txBody>
      </p:sp>
      <p:sp>
        <p:nvSpPr>
          <p:cNvPr id="5" name="Footer Placeholder 4">
            <a:extLst>
              <a:ext uri="{FF2B5EF4-FFF2-40B4-BE49-F238E27FC236}">
                <a16:creationId xmlns:a16="http://schemas.microsoft.com/office/drawing/2014/main" id="{625FA37E-52A3-7A53-24AA-16807151DE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68D6B9B-F84F-82B9-E8F8-412D7080D4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F43D77-26CA-423D-967C-0174E9B95F95}" type="slidenum">
              <a:rPr lang="en-US" smtClean="0"/>
              <a:t>‹#›</a:t>
            </a:fld>
            <a:endParaRPr lang="en-US"/>
          </a:p>
        </p:txBody>
      </p:sp>
    </p:spTree>
    <p:extLst>
      <p:ext uri="{BB962C8B-B14F-4D97-AF65-F5344CB8AC3E}">
        <p14:creationId xmlns:p14="http://schemas.microsoft.com/office/powerpoint/2010/main" val="39893473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hyperlink" Target="https://api.example.com/"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hyperlink" Target="mailto:harish1813@gmail.com" TargetMode="External"/><Relationship Id="rId2" Type="http://schemas.openxmlformats.org/officeDocument/2006/relationships/hyperlink" Target="mailto:user.email=harish1813@gmail.com" TargetMode="Externa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Harish18131989/gitfinalcompanyplay.git"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A02E7-2981-33E1-2EE9-C8D804538E7B}"/>
              </a:ext>
            </a:extLst>
          </p:cNvPr>
          <p:cNvSpPr>
            <a:spLocks noGrp="1"/>
          </p:cNvSpPr>
          <p:nvPr>
            <p:ph type="ctrTitle"/>
          </p:nvPr>
        </p:nvSpPr>
        <p:spPr/>
        <p:txBody>
          <a:bodyPr/>
          <a:lstStyle/>
          <a:p>
            <a:r>
              <a:rPr lang="en-US" dirty="0"/>
              <a:t>Playwright &amp; API</a:t>
            </a:r>
          </a:p>
        </p:txBody>
      </p:sp>
      <p:sp>
        <p:nvSpPr>
          <p:cNvPr id="3" name="Subtitle 2">
            <a:extLst>
              <a:ext uri="{FF2B5EF4-FFF2-40B4-BE49-F238E27FC236}">
                <a16:creationId xmlns:a16="http://schemas.microsoft.com/office/drawing/2014/main" id="{F0F36EEE-1BB0-3152-2667-2C396FDE9B7F}"/>
              </a:ext>
            </a:extLst>
          </p:cNvPr>
          <p:cNvSpPr>
            <a:spLocks noGrp="1"/>
          </p:cNvSpPr>
          <p:nvPr>
            <p:ph type="subTitle" idx="1"/>
          </p:nvPr>
        </p:nvSpPr>
        <p:spPr/>
        <p:txBody>
          <a:bodyPr/>
          <a:lstStyle/>
          <a:p>
            <a:r>
              <a:rPr lang="en-US" dirty="0"/>
              <a:t>Prepared By</a:t>
            </a:r>
            <a:br>
              <a:rPr lang="en-US" dirty="0"/>
            </a:br>
            <a:r>
              <a:rPr lang="en-US" dirty="0"/>
              <a:t>Harish Baskar</a:t>
            </a:r>
          </a:p>
        </p:txBody>
      </p:sp>
    </p:spTree>
    <p:extLst>
      <p:ext uri="{BB962C8B-B14F-4D97-AF65-F5344CB8AC3E}">
        <p14:creationId xmlns:p14="http://schemas.microsoft.com/office/powerpoint/2010/main" val="334345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4F56A57-6A0E-D793-318C-9D5578F07BA3}"/>
              </a:ext>
            </a:extLst>
          </p:cNvPr>
          <p:cNvSpPr/>
          <p:nvPr/>
        </p:nvSpPr>
        <p:spPr>
          <a:xfrm>
            <a:off x="7635240" y="3176504"/>
            <a:ext cx="4462272" cy="3553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C64B4C2A-2AB7-9279-D7CD-304A1C32E8A0}"/>
              </a:ext>
            </a:extLst>
          </p:cNvPr>
          <p:cNvSpPr txBox="1"/>
          <p:nvPr/>
        </p:nvSpPr>
        <p:spPr>
          <a:xfrm>
            <a:off x="822960" y="722376"/>
            <a:ext cx="6007608" cy="2308324"/>
          </a:xfrm>
          <a:prstGeom prst="rect">
            <a:avLst/>
          </a:prstGeom>
          <a:noFill/>
        </p:spPr>
        <p:txBody>
          <a:bodyPr wrap="square" rtlCol="0">
            <a:spAutoFit/>
          </a:bodyPr>
          <a:lstStyle/>
          <a:p>
            <a:r>
              <a:rPr lang="en-US" dirty="0"/>
              <a:t>Before Playwright practice we need to check Prerequisites.</a:t>
            </a:r>
            <a:br>
              <a:rPr lang="en-US" dirty="0"/>
            </a:br>
            <a:br>
              <a:rPr lang="en-US" dirty="0"/>
            </a:br>
            <a:r>
              <a:rPr lang="en-US" dirty="0"/>
              <a:t>Step :1 Open PowerShell or VS Code terminal.</a:t>
            </a:r>
            <a:br>
              <a:rPr lang="en-US" dirty="0"/>
            </a:br>
            <a:br>
              <a:rPr lang="en-US" dirty="0"/>
            </a:br>
            <a:r>
              <a:rPr lang="en-US" dirty="0"/>
              <a:t>node --version</a:t>
            </a:r>
          </a:p>
          <a:p>
            <a:r>
              <a:rPr lang="en-US" dirty="0" err="1"/>
              <a:t>npm</a:t>
            </a:r>
            <a:r>
              <a:rPr lang="en-US" dirty="0"/>
              <a:t> --version</a:t>
            </a:r>
          </a:p>
          <a:p>
            <a:r>
              <a:rPr lang="en-US" dirty="0"/>
              <a:t>git --version</a:t>
            </a:r>
          </a:p>
          <a:p>
            <a:r>
              <a:rPr lang="en-US" dirty="0"/>
              <a:t>java -version</a:t>
            </a:r>
          </a:p>
        </p:txBody>
      </p:sp>
      <p:sp>
        <p:nvSpPr>
          <p:cNvPr id="3" name="TextBox 2">
            <a:extLst>
              <a:ext uri="{FF2B5EF4-FFF2-40B4-BE49-F238E27FC236}">
                <a16:creationId xmlns:a16="http://schemas.microsoft.com/office/drawing/2014/main" id="{6D6F34DA-EFCE-7E18-F94D-6D0BC2650B34}"/>
              </a:ext>
            </a:extLst>
          </p:cNvPr>
          <p:cNvSpPr txBox="1"/>
          <p:nvPr/>
        </p:nvSpPr>
        <p:spPr>
          <a:xfrm>
            <a:off x="822960" y="3657600"/>
            <a:ext cx="5861304" cy="1477328"/>
          </a:xfrm>
          <a:prstGeom prst="rect">
            <a:avLst/>
          </a:prstGeom>
          <a:noFill/>
        </p:spPr>
        <p:txBody>
          <a:bodyPr wrap="square" rtlCol="0">
            <a:spAutoFit/>
          </a:bodyPr>
          <a:lstStyle/>
          <a:p>
            <a:r>
              <a:rPr lang="en-US" dirty="0"/>
              <a:t>Step:2</a:t>
            </a:r>
            <a:br>
              <a:rPr lang="en-US" dirty="0"/>
            </a:br>
            <a:br>
              <a:rPr lang="en-US" dirty="0"/>
            </a:br>
            <a:r>
              <a:rPr lang="en-US" dirty="0"/>
              <a:t>Create a folder named </a:t>
            </a:r>
            <a:r>
              <a:rPr lang="en-US" dirty="0" err="1"/>
              <a:t>compplaywright</a:t>
            </a:r>
            <a:endParaRPr lang="en-US" dirty="0"/>
          </a:p>
          <a:p>
            <a:r>
              <a:rPr lang="en-US" dirty="0"/>
              <a:t>Open vs code click </a:t>
            </a:r>
            <a:r>
              <a:rPr lang="en-US" dirty="0" err="1"/>
              <a:t>file</a:t>
            </a:r>
            <a:r>
              <a:rPr lang="en-US" dirty="0" err="1">
                <a:sym typeface="Wingdings" panose="05000000000000000000" pitchFamily="2" charset="2"/>
              </a:rPr>
              <a:t>open</a:t>
            </a:r>
            <a:r>
              <a:rPr lang="en-US" dirty="0">
                <a:sym typeface="Wingdings" panose="05000000000000000000" pitchFamily="2" charset="2"/>
              </a:rPr>
              <a:t> </a:t>
            </a:r>
            <a:r>
              <a:rPr lang="en-US" dirty="0" err="1">
                <a:sym typeface="Wingdings" panose="05000000000000000000" pitchFamily="2" charset="2"/>
              </a:rPr>
              <a:t>foldercompplaywright</a:t>
            </a:r>
            <a:br>
              <a:rPr lang="en-US" dirty="0"/>
            </a:br>
            <a:endParaRPr lang="en-US" dirty="0"/>
          </a:p>
        </p:txBody>
      </p:sp>
      <p:sp>
        <p:nvSpPr>
          <p:cNvPr id="5" name="TextBox 4">
            <a:extLst>
              <a:ext uri="{FF2B5EF4-FFF2-40B4-BE49-F238E27FC236}">
                <a16:creationId xmlns:a16="http://schemas.microsoft.com/office/drawing/2014/main" id="{53663FB1-352B-DFFC-AF42-BC600C91308E}"/>
              </a:ext>
            </a:extLst>
          </p:cNvPr>
          <p:cNvSpPr txBox="1"/>
          <p:nvPr/>
        </p:nvSpPr>
        <p:spPr>
          <a:xfrm>
            <a:off x="822960" y="5023164"/>
            <a:ext cx="5861304" cy="2585323"/>
          </a:xfrm>
          <a:prstGeom prst="rect">
            <a:avLst/>
          </a:prstGeom>
          <a:noFill/>
        </p:spPr>
        <p:txBody>
          <a:bodyPr wrap="square" rtlCol="0">
            <a:spAutoFit/>
          </a:bodyPr>
          <a:lstStyle/>
          <a:p>
            <a:pPr lvl="0"/>
            <a:r>
              <a:rPr lang="en-US" dirty="0"/>
              <a:t>Step:3</a:t>
            </a:r>
            <a:br>
              <a:rPr lang="en-US" dirty="0"/>
            </a:br>
            <a:r>
              <a:rPr lang="en-US" dirty="0"/>
              <a:t>go to </a:t>
            </a:r>
            <a:r>
              <a:rPr lang="en-US" dirty="0" err="1"/>
              <a:t>view</a:t>
            </a:r>
            <a:r>
              <a:rPr lang="en-US" dirty="0" err="1">
                <a:sym typeface="Wingdings" panose="05000000000000000000" pitchFamily="2" charset="2"/>
              </a:rPr>
              <a:t>terminaltype</a:t>
            </a:r>
            <a:r>
              <a:rPr lang="en-US" dirty="0">
                <a:sym typeface="Wingdings" panose="05000000000000000000" pitchFamily="2" charset="2"/>
              </a:rPr>
              <a:t> </a:t>
            </a:r>
            <a:r>
              <a:rPr lang="en-US" dirty="0" err="1"/>
              <a:t>npm</a:t>
            </a:r>
            <a:r>
              <a:rPr lang="en-US" dirty="0"/>
              <a:t> </a:t>
            </a:r>
            <a:r>
              <a:rPr lang="en-US" dirty="0" err="1"/>
              <a:t>init</a:t>
            </a:r>
            <a:r>
              <a:rPr lang="en-US" dirty="0"/>
              <a:t> –y</a:t>
            </a:r>
            <a:br>
              <a:rPr lang="en-US" dirty="0"/>
            </a:br>
            <a:br>
              <a:rPr lang="en-US" dirty="0"/>
            </a:br>
            <a:r>
              <a:rPr lang="en-US" dirty="0" err="1"/>
              <a:t>npm</a:t>
            </a:r>
            <a:r>
              <a:rPr lang="en-US" dirty="0"/>
              <a:t> </a:t>
            </a:r>
            <a:r>
              <a:rPr lang="en-US" dirty="0" err="1"/>
              <a:t>init</a:t>
            </a:r>
            <a:r>
              <a:rPr lang="en-US" dirty="0"/>
              <a:t> -y creates </a:t>
            </a:r>
            <a:r>
              <a:rPr lang="en-US" dirty="0" err="1"/>
              <a:t>package.json</a:t>
            </a:r>
            <a:r>
              <a:rPr lang="en-US" dirty="0"/>
              <a:t>.</a:t>
            </a:r>
          </a:p>
          <a:p>
            <a:pPr lvl="0"/>
            <a:r>
              <a:rPr lang="en-US" dirty="0" err="1"/>
              <a:t>package.json</a:t>
            </a:r>
            <a:r>
              <a:rPr lang="en-US" dirty="0"/>
              <a:t> stores project metadata, dependencies and scripts .</a:t>
            </a:r>
          </a:p>
          <a:p>
            <a:br>
              <a:rPr lang="en-US" dirty="0"/>
            </a:br>
            <a:br>
              <a:rPr lang="en-US" dirty="0"/>
            </a:br>
            <a:endParaRPr lang="en-US" dirty="0"/>
          </a:p>
        </p:txBody>
      </p:sp>
      <p:sp>
        <p:nvSpPr>
          <p:cNvPr id="6" name="TextBox 5">
            <a:extLst>
              <a:ext uri="{FF2B5EF4-FFF2-40B4-BE49-F238E27FC236}">
                <a16:creationId xmlns:a16="http://schemas.microsoft.com/office/drawing/2014/main" id="{7F77CCBF-7BD3-60CE-2494-BC22C317DF32}"/>
              </a:ext>
            </a:extLst>
          </p:cNvPr>
          <p:cNvSpPr txBox="1"/>
          <p:nvPr/>
        </p:nvSpPr>
        <p:spPr>
          <a:xfrm>
            <a:off x="7894320" y="3176504"/>
            <a:ext cx="4297680" cy="3970318"/>
          </a:xfrm>
          <a:prstGeom prst="rect">
            <a:avLst/>
          </a:prstGeom>
          <a:noFill/>
        </p:spPr>
        <p:txBody>
          <a:bodyPr wrap="square" rtlCol="0">
            <a:spAutoFit/>
          </a:bodyPr>
          <a:lstStyle/>
          <a:p>
            <a:r>
              <a:rPr lang="en-US" dirty="0" err="1"/>
              <a:t>Package.json</a:t>
            </a:r>
            <a:br>
              <a:rPr lang="en-US" dirty="0"/>
            </a:br>
            <a:r>
              <a:rPr lang="en-US" dirty="0"/>
              <a:t>{</a:t>
            </a:r>
          </a:p>
          <a:p>
            <a:r>
              <a:rPr lang="en-US" dirty="0"/>
              <a:t>  "name": "</a:t>
            </a:r>
            <a:r>
              <a:rPr lang="en-US" dirty="0" err="1"/>
              <a:t>compplaywright</a:t>
            </a:r>
            <a:r>
              <a:rPr lang="en-US" dirty="0"/>
              <a:t>",</a:t>
            </a:r>
          </a:p>
          <a:p>
            <a:r>
              <a:rPr lang="en-US" dirty="0"/>
              <a:t>  "version": "1.0.0",</a:t>
            </a:r>
          </a:p>
          <a:p>
            <a:r>
              <a:rPr lang="en-US" dirty="0"/>
              <a:t>  "description": "",</a:t>
            </a:r>
          </a:p>
          <a:p>
            <a:r>
              <a:rPr lang="en-US" dirty="0"/>
              <a:t>  "main": "index.js",</a:t>
            </a:r>
          </a:p>
          <a:p>
            <a:r>
              <a:rPr lang="en-US" dirty="0"/>
              <a:t>  "scripts": {</a:t>
            </a:r>
          </a:p>
          <a:p>
            <a:r>
              <a:rPr lang="en-US" dirty="0"/>
              <a:t>    "test": "echo \"Error: no test specified\" &amp;&amp; exit 1"</a:t>
            </a:r>
          </a:p>
          <a:p>
            <a:r>
              <a:rPr lang="en-US" dirty="0"/>
              <a:t>  },</a:t>
            </a:r>
          </a:p>
          <a:p>
            <a:r>
              <a:rPr lang="en-US" dirty="0"/>
              <a:t>  "keywords": [],</a:t>
            </a:r>
          </a:p>
          <a:p>
            <a:r>
              <a:rPr lang="en-US" dirty="0"/>
              <a:t>  "type": "</a:t>
            </a:r>
            <a:r>
              <a:rPr lang="en-US" dirty="0" err="1"/>
              <a:t>commonjs</a:t>
            </a:r>
            <a:r>
              <a:rPr lang="en-US" dirty="0"/>
              <a:t>"</a:t>
            </a:r>
          </a:p>
          <a:p>
            <a:r>
              <a:rPr lang="en-US" dirty="0"/>
              <a:t>}</a:t>
            </a:r>
          </a:p>
          <a:p>
            <a:endParaRPr lang="en-US" dirty="0"/>
          </a:p>
        </p:txBody>
      </p:sp>
      <p:cxnSp>
        <p:nvCxnSpPr>
          <p:cNvPr id="8" name="Straight Arrow Connector 7">
            <a:extLst>
              <a:ext uri="{FF2B5EF4-FFF2-40B4-BE49-F238E27FC236}">
                <a16:creationId xmlns:a16="http://schemas.microsoft.com/office/drawing/2014/main" id="{C815AF66-47AC-3A23-0595-F37939777754}"/>
              </a:ext>
            </a:extLst>
          </p:cNvPr>
          <p:cNvCxnSpPr/>
          <p:nvPr/>
        </p:nvCxnSpPr>
        <p:spPr>
          <a:xfrm flipV="1">
            <a:off x="4773168" y="4396264"/>
            <a:ext cx="2944368" cy="10809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3652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29B04E-481F-6AF1-A61A-9C2398587ED9}"/>
              </a:ext>
            </a:extLst>
          </p:cNvPr>
          <p:cNvSpPr/>
          <p:nvPr/>
        </p:nvSpPr>
        <p:spPr>
          <a:xfrm>
            <a:off x="192024" y="113264"/>
            <a:ext cx="5903976" cy="42667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US" dirty="0"/>
          </a:p>
          <a:p>
            <a:endParaRPr lang="en-US" dirty="0"/>
          </a:p>
          <a:p>
            <a:endParaRPr lang="en-US" dirty="0"/>
          </a:p>
          <a:p>
            <a:r>
              <a:rPr lang="en-US" dirty="0" err="1"/>
              <a:t>Package.json</a:t>
            </a:r>
            <a:br>
              <a:rPr lang="en-US" dirty="0"/>
            </a:br>
            <a:r>
              <a:rPr lang="en-US" dirty="0"/>
              <a:t>{</a:t>
            </a:r>
          </a:p>
          <a:p>
            <a:r>
              <a:rPr lang="en-US" dirty="0"/>
              <a:t>  "name": "</a:t>
            </a:r>
            <a:r>
              <a:rPr lang="en-US" dirty="0" err="1"/>
              <a:t>compplaywright</a:t>
            </a:r>
            <a:r>
              <a:rPr lang="en-US" dirty="0"/>
              <a:t>",</a:t>
            </a:r>
          </a:p>
          <a:p>
            <a:r>
              <a:rPr lang="en-US" dirty="0"/>
              <a:t>  "version": "1.0.0",</a:t>
            </a:r>
          </a:p>
          <a:p>
            <a:r>
              <a:rPr lang="en-US" dirty="0"/>
              <a:t>  "description": "",</a:t>
            </a:r>
          </a:p>
          <a:p>
            <a:r>
              <a:rPr lang="en-US" dirty="0"/>
              <a:t>  "main": "index.js",</a:t>
            </a:r>
          </a:p>
          <a:p>
            <a:r>
              <a:rPr lang="en-US" dirty="0"/>
              <a:t>   "scripts": {</a:t>
            </a:r>
          </a:p>
          <a:p>
            <a:r>
              <a:rPr lang="en-US" dirty="0"/>
              <a:t>    "test": "playwright test"</a:t>
            </a:r>
          </a:p>
          <a:p>
            <a:r>
              <a:rPr lang="en-US" dirty="0"/>
              <a:t>  },</a:t>
            </a:r>
          </a:p>
          <a:p>
            <a:r>
              <a:rPr lang="en-US" dirty="0"/>
              <a:t>  "keywords": [],</a:t>
            </a:r>
          </a:p>
          <a:p>
            <a:r>
              <a:rPr lang="en-US" dirty="0"/>
              <a:t>  "type": "module"</a:t>
            </a:r>
          </a:p>
          <a:p>
            <a:r>
              <a:rPr lang="en-US" dirty="0"/>
              <a:t>}</a:t>
            </a:r>
            <a:br>
              <a:rPr lang="en-US" dirty="0"/>
            </a:br>
            <a:r>
              <a:rPr lang="en-US" dirty="0"/>
              <a:t>"</a:t>
            </a:r>
            <a:r>
              <a:rPr lang="en-US" dirty="0" err="1"/>
              <a:t>devDependencies</a:t>
            </a:r>
            <a:r>
              <a:rPr lang="en-US" dirty="0"/>
              <a:t>": {</a:t>
            </a:r>
          </a:p>
          <a:p>
            <a:r>
              <a:rPr lang="en-US" dirty="0"/>
              <a:t>    "@playwright/test": "^1.64.1“</a:t>
            </a:r>
          </a:p>
          <a:p>
            <a:r>
              <a:rPr lang="en-US" dirty="0"/>
              <a:t>"allure-</a:t>
            </a:r>
            <a:r>
              <a:rPr lang="en-US" dirty="0" err="1"/>
              <a:t>commandline</a:t>
            </a:r>
            <a:r>
              <a:rPr lang="en-US" dirty="0"/>
              <a:t>": "^2.46.1",</a:t>
            </a:r>
          </a:p>
          <a:p>
            <a:r>
              <a:rPr lang="en-US" dirty="0"/>
              <a:t>    "allure-playwright": "^3.13.0"</a:t>
            </a:r>
          </a:p>
          <a:p>
            <a:endParaRPr lang="en-US" dirty="0"/>
          </a:p>
          <a:p>
            <a:r>
              <a:rPr lang="en-US" dirty="0"/>
              <a:t>  }</a:t>
            </a:r>
          </a:p>
          <a:p>
            <a:endParaRPr lang="en-US" dirty="0"/>
          </a:p>
          <a:p>
            <a:endParaRPr lang="en-US" dirty="0"/>
          </a:p>
          <a:p>
            <a:pPr algn="ctr"/>
            <a:endParaRPr lang="en-US" dirty="0"/>
          </a:p>
        </p:txBody>
      </p:sp>
      <p:cxnSp>
        <p:nvCxnSpPr>
          <p:cNvPr id="6" name="Straight Arrow Connector 5">
            <a:extLst>
              <a:ext uri="{FF2B5EF4-FFF2-40B4-BE49-F238E27FC236}">
                <a16:creationId xmlns:a16="http://schemas.microsoft.com/office/drawing/2014/main" id="{A85AA3A0-66F3-6FF9-3522-0539C38296AF}"/>
              </a:ext>
            </a:extLst>
          </p:cNvPr>
          <p:cNvCxnSpPr>
            <a:cxnSpLocks/>
            <a:endCxn id="8" idx="1"/>
          </p:cNvCxnSpPr>
          <p:nvPr/>
        </p:nvCxnSpPr>
        <p:spPr>
          <a:xfrm flipV="1">
            <a:off x="3310128" y="1280160"/>
            <a:ext cx="4864608" cy="164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E18D764A-6FFC-9CF8-61B1-5EE7E8EC3F6A}"/>
              </a:ext>
            </a:extLst>
          </p:cNvPr>
          <p:cNvSpPr/>
          <p:nvPr/>
        </p:nvSpPr>
        <p:spPr>
          <a:xfrm>
            <a:off x="8174736" y="960120"/>
            <a:ext cx="2523744" cy="6400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Describes the name of the project</a:t>
            </a:r>
          </a:p>
        </p:txBody>
      </p:sp>
      <p:cxnSp>
        <p:nvCxnSpPr>
          <p:cNvPr id="10" name="Straight Arrow Connector 9">
            <a:extLst>
              <a:ext uri="{FF2B5EF4-FFF2-40B4-BE49-F238E27FC236}">
                <a16:creationId xmlns:a16="http://schemas.microsoft.com/office/drawing/2014/main" id="{624662AE-63D3-4A6C-268B-E86DACF03005}"/>
              </a:ext>
            </a:extLst>
          </p:cNvPr>
          <p:cNvCxnSpPr>
            <a:cxnSpLocks/>
            <a:endCxn id="13" idx="1"/>
          </p:cNvCxnSpPr>
          <p:nvPr/>
        </p:nvCxnSpPr>
        <p:spPr>
          <a:xfrm>
            <a:off x="2078736" y="1764792"/>
            <a:ext cx="6096000" cy="6080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A4C7CC1E-A850-6E37-4F25-4539957965DC}"/>
              </a:ext>
            </a:extLst>
          </p:cNvPr>
          <p:cNvSpPr/>
          <p:nvPr/>
        </p:nvSpPr>
        <p:spPr>
          <a:xfrm>
            <a:off x="8174736" y="1764792"/>
            <a:ext cx="3721608" cy="12161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This is our version of project and we can change depends upon major or minor changes from 1.0.0 to 2.00 for major and 2.1.1 for minor</a:t>
            </a:r>
          </a:p>
        </p:txBody>
      </p:sp>
      <p:sp>
        <p:nvSpPr>
          <p:cNvPr id="14" name="Rectangle 13">
            <a:extLst>
              <a:ext uri="{FF2B5EF4-FFF2-40B4-BE49-F238E27FC236}">
                <a16:creationId xmlns:a16="http://schemas.microsoft.com/office/drawing/2014/main" id="{ED442D8F-C6FC-80E7-C5A7-B7874E6597FE}"/>
              </a:ext>
            </a:extLst>
          </p:cNvPr>
          <p:cNvSpPr/>
          <p:nvPr/>
        </p:nvSpPr>
        <p:spPr>
          <a:xfrm>
            <a:off x="8174736" y="3200400"/>
            <a:ext cx="2642616"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Short Description about project</a:t>
            </a:r>
          </a:p>
        </p:txBody>
      </p:sp>
      <p:cxnSp>
        <p:nvCxnSpPr>
          <p:cNvPr id="16" name="Straight Arrow Connector 15">
            <a:extLst>
              <a:ext uri="{FF2B5EF4-FFF2-40B4-BE49-F238E27FC236}">
                <a16:creationId xmlns:a16="http://schemas.microsoft.com/office/drawing/2014/main" id="{011A5C41-38E4-7431-C48D-F25446171431}"/>
              </a:ext>
            </a:extLst>
          </p:cNvPr>
          <p:cNvCxnSpPr>
            <a:cxnSpLocks/>
            <a:endCxn id="14" idx="1"/>
          </p:cNvCxnSpPr>
          <p:nvPr/>
        </p:nvCxnSpPr>
        <p:spPr>
          <a:xfrm>
            <a:off x="2011680" y="1965960"/>
            <a:ext cx="6163056" cy="1691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F3BB30F3-85A7-16C1-4E00-633A0B27F558}"/>
              </a:ext>
            </a:extLst>
          </p:cNvPr>
          <p:cNvSpPr/>
          <p:nvPr/>
        </p:nvSpPr>
        <p:spPr>
          <a:xfrm>
            <a:off x="8174736" y="4225564"/>
            <a:ext cx="4017264" cy="14208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Defines the default entry point when another Node.js project imports your package by package name.(we can import other reusable file from different project)</a:t>
            </a:r>
          </a:p>
        </p:txBody>
      </p:sp>
      <p:sp>
        <p:nvSpPr>
          <p:cNvPr id="23" name="Rectangle 22">
            <a:extLst>
              <a:ext uri="{FF2B5EF4-FFF2-40B4-BE49-F238E27FC236}">
                <a16:creationId xmlns:a16="http://schemas.microsoft.com/office/drawing/2014/main" id="{FA71DA0D-1FA4-A720-DF17-BE4760C4E259}"/>
              </a:ext>
            </a:extLst>
          </p:cNvPr>
          <p:cNvSpPr/>
          <p:nvPr/>
        </p:nvSpPr>
        <p:spPr>
          <a:xfrm>
            <a:off x="6463286" y="5646420"/>
            <a:ext cx="5661658" cy="1339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scripts in </a:t>
            </a:r>
            <a:r>
              <a:rPr lang="en-US" dirty="0" err="1"/>
              <a:t>package.json</a:t>
            </a:r>
            <a:r>
              <a:rPr lang="en-US" dirty="0"/>
              <a:t> is used to create shortcuts for commands you execute frequently. Instead of typing a long command every time, you can define it once and run it using </a:t>
            </a:r>
            <a:r>
              <a:rPr lang="en-US" dirty="0" err="1"/>
              <a:t>npm</a:t>
            </a:r>
            <a:r>
              <a:rPr lang="en-US" dirty="0"/>
              <a:t>. </a:t>
            </a:r>
            <a:r>
              <a:rPr lang="en-US" b="1" dirty="0"/>
              <a:t>With out script </a:t>
            </a:r>
            <a:r>
              <a:rPr lang="en-US" b="1" dirty="0" err="1"/>
              <a:t>npx</a:t>
            </a:r>
            <a:r>
              <a:rPr lang="en-US" b="1" dirty="0"/>
              <a:t> playwright test</a:t>
            </a:r>
            <a:br>
              <a:rPr lang="en-US" dirty="0"/>
            </a:br>
            <a:r>
              <a:rPr lang="en-US" dirty="0"/>
              <a:t>and </a:t>
            </a:r>
            <a:r>
              <a:rPr lang="en-US" b="1" dirty="0"/>
              <a:t>with script </a:t>
            </a:r>
            <a:r>
              <a:rPr lang="en-US" b="1" dirty="0" err="1"/>
              <a:t>npm</a:t>
            </a:r>
            <a:r>
              <a:rPr lang="en-US" b="1" dirty="0"/>
              <a:t> test</a:t>
            </a:r>
          </a:p>
        </p:txBody>
      </p:sp>
      <p:sp>
        <p:nvSpPr>
          <p:cNvPr id="25" name="Rectangle 24">
            <a:extLst>
              <a:ext uri="{FF2B5EF4-FFF2-40B4-BE49-F238E27FC236}">
                <a16:creationId xmlns:a16="http://schemas.microsoft.com/office/drawing/2014/main" id="{05E69460-4A22-0114-956B-6A0B0EF6A346}"/>
              </a:ext>
            </a:extLst>
          </p:cNvPr>
          <p:cNvSpPr/>
          <p:nvPr/>
        </p:nvSpPr>
        <p:spPr>
          <a:xfrm>
            <a:off x="67056" y="4581144"/>
            <a:ext cx="3076956" cy="18562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For es module Import</a:t>
            </a:r>
          </a:p>
          <a:p>
            <a:pPr algn="ctr"/>
            <a:r>
              <a:rPr lang="en-US" b="1" dirty="0"/>
              <a:t> </a:t>
            </a:r>
            <a:r>
              <a:rPr lang="en-US" dirty="0"/>
              <a:t>import { test, expect } from "@playwright/test";</a:t>
            </a:r>
          </a:p>
          <a:p>
            <a:pPr algn="ctr"/>
            <a:br>
              <a:rPr lang="en-US" dirty="0"/>
            </a:br>
            <a:r>
              <a:rPr lang="en-US" b="1" dirty="0"/>
              <a:t>Export</a:t>
            </a:r>
            <a:br>
              <a:rPr lang="en-US" dirty="0"/>
            </a:br>
            <a:r>
              <a:rPr lang="en-US" dirty="0" err="1"/>
              <a:t>export</a:t>
            </a:r>
            <a:r>
              <a:rPr lang="en-US" dirty="0"/>
              <a:t> class </a:t>
            </a:r>
            <a:r>
              <a:rPr lang="en-US" dirty="0" err="1"/>
              <a:t>LoginPage</a:t>
            </a:r>
            <a:r>
              <a:rPr lang="en-US" dirty="0"/>
              <a:t> {}</a:t>
            </a:r>
          </a:p>
        </p:txBody>
      </p:sp>
      <p:sp>
        <p:nvSpPr>
          <p:cNvPr id="27" name="Rectangle 26">
            <a:extLst>
              <a:ext uri="{FF2B5EF4-FFF2-40B4-BE49-F238E27FC236}">
                <a16:creationId xmlns:a16="http://schemas.microsoft.com/office/drawing/2014/main" id="{C0B9C5D0-E96E-6BDB-94DD-15399174E6E6}"/>
              </a:ext>
            </a:extLst>
          </p:cNvPr>
          <p:cNvSpPr/>
          <p:nvPr/>
        </p:nvSpPr>
        <p:spPr>
          <a:xfrm>
            <a:off x="3422905" y="5385816"/>
            <a:ext cx="2761488" cy="107899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751382DD-6385-94F8-AFDC-43C740047524}"/>
              </a:ext>
            </a:extLst>
          </p:cNvPr>
          <p:cNvCxnSpPr>
            <a:cxnSpLocks/>
            <a:endCxn id="21" idx="1"/>
          </p:cNvCxnSpPr>
          <p:nvPr/>
        </p:nvCxnSpPr>
        <p:spPr>
          <a:xfrm>
            <a:off x="2148840" y="2246620"/>
            <a:ext cx="6025896" cy="26893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24DC62E5-7BA1-26C3-7DF7-62ACF274E2DC}"/>
              </a:ext>
            </a:extLst>
          </p:cNvPr>
          <p:cNvCxnSpPr>
            <a:cxnSpLocks/>
            <a:endCxn id="23" idx="1"/>
          </p:cNvCxnSpPr>
          <p:nvPr/>
        </p:nvCxnSpPr>
        <p:spPr>
          <a:xfrm>
            <a:off x="1432562" y="2537460"/>
            <a:ext cx="5030724" cy="37787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EDB02648-F2F0-8FED-38B4-F057E80429B1}"/>
              </a:ext>
            </a:extLst>
          </p:cNvPr>
          <p:cNvCxnSpPr>
            <a:endCxn id="25" idx="0"/>
          </p:cNvCxnSpPr>
          <p:nvPr/>
        </p:nvCxnSpPr>
        <p:spPr>
          <a:xfrm>
            <a:off x="832104" y="3794760"/>
            <a:ext cx="773430" cy="7863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8A15B3BC-06BC-54FB-33EB-827FE50E4110}"/>
              </a:ext>
            </a:extLst>
          </p:cNvPr>
          <p:cNvCxnSpPr>
            <a:stCxn id="27" idx="0"/>
          </p:cNvCxnSpPr>
          <p:nvPr/>
        </p:nvCxnSpPr>
        <p:spPr>
          <a:xfrm flipH="1" flipV="1">
            <a:off x="2258568" y="3950208"/>
            <a:ext cx="2545081" cy="14356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2039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BD49EF-A739-0551-F7B3-1CC33CBC40CE}"/>
              </a:ext>
            </a:extLst>
          </p:cNvPr>
          <p:cNvSpPr/>
          <p:nvPr/>
        </p:nvSpPr>
        <p:spPr>
          <a:xfrm>
            <a:off x="704088" y="466344"/>
            <a:ext cx="6355080" cy="21762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Step 3:</a:t>
            </a:r>
          </a:p>
          <a:p>
            <a:pPr lvl="0"/>
            <a:r>
              <a:rPr lang="en-US" b="1" dirty="0" err="1"/>
              <a:t>npm</a:t>
            </a:r>
            <a:r>
              <a:rPr lang="en-US" b="1" dirty="0"/>
              <a:t> install -D @playwright/test</a:t>
            </a:r>
            <a:br>
              <a:rPr lang="en-US" dirty="0"/>
            </a:br>
            <a:br>
              <a:rPr lang="en-US" dirty="0"/>
            </a:br>
            <a:r>
              <a:rPr lang="en-US" dirty="0" err="1"/>
              <a:t>npm</a:t>
            </a:r>
            <a:r>
              <a:rPr lang="en-US" dirty="0"/>
              <a:t> install installs the package.</a:t>
            </a:r>
          </a:p>
          <a:p>
            <a:pPr lvl="0"/>
            <a:r>
              <a:rPr lang="en-US" dirty="0"/>
              <a:t>-D saves it under </a:t>
            </a:r>
            <a:r>
              <a:rPr lang="en-US" dirty="0" err="1"/>
              <a:t>devDependencies</a:t>
            </a:r>
            <a:r>
              <a:rPr lang="en-US" dirty="0"/>
              <a:t>.</a:t>
            </a:r>
          </a:p>
          <a:p>
            <a:pPr lvl="0"/>
            <a:r>
              <a:rPr lang="en-US" dirty="0"/>
              <a:t>@playwright/test provides Playwright's test runner, assertions, and fixtures.</a:t>
            </a:r>
          </a:p>
          <a:p>
            <a:pPr algn="ctr"/>
            <a:endParaRPr lang="en-US" dirty="0"/>
          </a:p>
        </p:txBody>
      </p:sp>
      <p:sp>
        <p:nvSpPr>
          <p:cNvPr id="5" name="Rectangle 4">
            <a:extLst>
              <a:ext uri="{FF2B5EF4-FFF2-40B4-BE49-F238E27FC236}">
                <a16:creationId xmlns:a16="http://schemas.microsoft.com/office/drawing/2014/main" id="{6C4F97EF-32E1-8BD7-E14E-1DE7F5D12069}"/>
              </a:ext>
            </a:extLst>
          </p:cNvPr>
          <p:cNvSpPr/>
          <p:nvPr/>
        </p:nvSpPr>
        <p:spPr>
          <a:xfrm>
            <a:off x="704088" y="2859024"/>
            <a:ext cx="6355080" cy="7985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r>
              <a:rPr lang="en-US" dirty="0"/>
              <a:t>Step 4:</a:t>
            </a:r>
            <a:r>
              <a:rPr lang="en-US" b="1" dirty="0"/>
              <a:t>npx playwright install </a:t>
            </a:r>
            <a:br>
              <a:rPr lang="en-US" b="1" dirty="0"/>
            </a:br>
            <a:r>
              <a:rPr lang="en-US" b="1" dirty="0" err="1"/>
              <a:t>i</a:t>
            </a:r>
            <a:r>
              <a:rPr lang="en-US" dirty="0" err="1"/>
              <a:t>nstall</a:t>
            </a:r>
            <a:r>
              <a:rPr lang="en-US" dirty="0"/>
              <a:t> the browser binaries:</a:t>
            </a:r>
            <a:br>
              <a:rPr lang="en-US" dirty="0"/>
            </a:br>
            <a:br>
              <a:rPr lang="en-US" dirty="0"/>
            </a:br>
            <a:endParaRPr lang="en-US" dirty="0"/>
          </a:p>
        </p:txBody>
      </p:sp>
      <p:sp>
        <p:nvSpPr>
          <p:cNvPr id="7" name="Rectangle 6">
            <a:extLst>
              <a:ext uri="{FF2B5EF4-FFF2-40B4-BE49-F238E27FC236}">
                <a16:creationId xmlns:a16="http://schemas.microsoft.com/office/drawing/2014/main" id="{CD012B7D-2580-ADFF-59E5-4BFF2CA4ADCB}"/>
              </a:ext>
            </a:extLst>
          </p:cNvPr>
          <p:cNvSpPr/>
          <p:nvPr/>
        </p:nvSpPr>
        <p:spPr>
          <a:xfrm>
            <a:off x="704088" y="3980688"/>
            <a:ext cx="6355080" cy="7985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r>
              <a:rPr lang="en-US" dirty="0"/>
              <a:t>Step 5:</a:t>
            </a:r>
            <a:r>
              <a:rPr lang="en-US" b="1" dirty="0"/>
              <a:t>npx playwright </a:t>
            </a:r>
            <a:r>
              <a:rPr lang="en-US" b="1" dirty="0" err="1"/>
              <a:t>init</a:t>
            </a:r>
            <a:br>
              <a:rPr lang="en-US" b="1" dirty="0"/>
            </a:br>
            <a:r>
              <a:rPr lang="en-US" dirty="0"/>
              <a:t>Create the Playwright configuration</a:t>
            </a:r>
            <a:br>
              <a:rPr lang="en-US" dirty="0"/>
            </a:br>
            <a:br>
              <a:rPr lang="en-US" dirty="0"/>
            </a:br>
            <a:endParaRPr lang="en-US" dirty="0"/>
          </a:p>
        </p:txBody>
      </p:sp>
      <p:sp>
        <p:nvSpPr>
          <p:cNvPr id="9" name="Rectangle 8">
            <a:extLst>
              <a:ext uri="{FF2B5EF4-FFF2-40B4-BE49-F238E27FC236}">
                <a16:creationId xmlns:a16="http://schemas.microsoft.com/office/drawing/2014/main" id="{5AB78ED6-AA56-0537-877B-A06D99ECA7C8}"/>
              </a:ext>
            </a:extLst>
          </p:cNvPr>
          <p:cNvSpPr/>
          <p:nvPr/>
        </p:nvSpPr>
        <p:spPr>
          <a:xfrm>
            <a:off x="7232904" y="466344"/>
            <a:ext cx="4959096" cy="38374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highlight>
                  <a:srgbClr val="00FF00"/>
                </a:highlight>
              </a:rPr>
              <a:t>Instead 3,4,5 </a:t>
            </a:r>
            <a:br>
              <a:rPr lang="en-US" dirty="0">
                <a:highlight>
                  <a:srgbClr val="00FF00"/>
                </a:highlight>
              </a:rPr>
            </a:br>
            <a:r>
              <a:rPr lang="en-US" dirty="0">
                <a:highlight>
                  <a:srgbClr val="00FF00"/>
                </a:highlight>
              </a:rPr>
              <a:t>run </a:t>
            </a:r>
            <a:br>
              <a:rPr lang="en-US" dirty="0">
                <a:highlight>
                  <a:srgbClr val="00FF00"/>
                </a:highlight>
              </a:rPr>
            </a:br>
            <a:r>
              <a:rPr lang="en-US" b="1" dirty="0" err="1">
                <a:highlight>
                  <a:srgbClr val="00FF00"/>
                </a:highlight>
              </a:rPr>
              <a:t>npm</a:t>
            </a:r>
            <a:r>
              <a:rPr lang="en-US" b="1" dirty="0">
                <a:highlight>
                  <a:srgbClr val="00FF00"/>
                </a:highlight>
              </a:rPr>
              <a:t> </a:t>
            </a:r>
            <a:r>
              <a:rPr lang="en-US" b="1" dirty="0" err="1">
                <a:highlight>
                  <a:srgbClr val="00FF00"/>
                </a:highlight>
              </a:rPr>
              <a:t>init</a:t>
            </a:r>
            <a:r>
              <a:rPr lang="en-US" b="1" dirty="0">
                <a:highlight>
                  <a:srgbClr val="00FF00"/>
                </a:highlight>
              </a:rPr>
              <a:t> </a:t>
            </a:r>
            <a:r>
              <a:rPr lang="en-US" b="1" dirty="0" err="1">
                <a:highlight>
                  <a:srgbClr val="00FF00"/>
                </a:highlight>
              </a:rPr>
              <a:t>playwright@latest</a:t>
            </a:r>
            <a:br>
              <a:rPr lang="en-US" dirty="0">
                <a:highlight>
                  <a:srgbClr val="00FF00"/>
                </a:highlight>
              </a:rPr>
            </a:br>
            <a:br>
              <a:rPr lang="en-US" dirty="0">
                <a:highlight>
                  <a:srgbClr val="00FF00"/>
                </a:highlight>
              </a:rPr>
            </a:br>
            <a:r>
              <a:rPr lang="en-US" dirty="0">
                <a:highlight>
                  <a:srgbClr val="00FF00"/>
                </a:highlight>
              </a:rPr>
              <a:t>will automatically download browsers and setup config </a:t>
            </a:r>
            <a:br>
              <a:rPr lang="en-US" dirty="0">
                <a:highlight>
                  <a:srgbClr val="00FF00"/>
                </a:highlight>
              </a:rPr>
            </a:br>
            <a:br>
              <a:rPr lang="en-US" dirty="0">
                <a:highlight>
                  <a:srgbClr val="00FF00"/>
                </a:highlight>
              </a:rPr>
            </a:br>
            <a:r>
              <a:rPr lang="en-US" dirty="0">
                <a:highlight>
                  <a:srgbClr val="00FF00"/>
                </a:highlight>
              </a:rPr>
              <a:t>then choose </a:t>
            </a:r>
            <a:r>
              <a:rPr lang="en-US" dirty="0" err="1">
                <a:highlight>
                  <a:srgbClr val="00FF00"/>
                </a:highlight>
              </a:rPr>
              <a:t>javascript</a:t>
            </a:r>
            <a:r>
              <a:rPr lang="en-US" dirty="0">
                <a:highlight>
                  <a:srgbClr val="00FF00"/>
                </a:highlight>
              </a:rPr>
              <a:t>,</a:t>
            </a:r>
            <a:br>
              <a:rPr lang="en-US" dirty="0">
                <a:highlight>
                  <a:srgbClr val="00FF00"/>
                </a:highlight>
              </a:rPr>
            </a:br>
            <a:r>
              <a:rPr lang="en-US" dirty="0">
                <a:highlight>
                  <a:srgbClr val="00FF00"/>
                </a:highlight>
              </a:rPr>
              <a:t>put your end to end test cases in tests folder</a:t>
            </a:r>
            <a:br>
              <a:rPr lang="en-US" dirty="0">
                <a:highlight>
                  <a:srgbClr val="00FF00"/>
                </a:highlight>
              </a:rPr>
            </a:br>
            <a:r>
              <a:rPr lang="en-US" dirty="0">
                <a:highlight>
                  <a:srgbClr val="00FF00"/>
                </a:highlight>
              </a:rPr>
              <a:t>git yes</a:t>
            </a:r>
          </a:p>
          <a:p>
            <a:pPr algn="ctr"/>
            <a:r>
              <a:rPr lang="en-US" dirty="0">
                <a:highlight>
                  <a:srgbClr val="00FF00"/>
                </a:highlight>
              </a:rPr>
              <a:t>Install browsers yes</a:t>
            </a:r>
          </a:p>
        </p:txBody>
      </p:sp>
    </p:spTree>
    <p:extLst>
      <p:ext uri="{BB962C8B-B14F-4D97-AF65-F5344CB8AC3E}">
        <p14:creationId xmlns:p14="http://schemas.microsoft.com/office/powerpoint/2010/main" val="1232245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F9A28C-CE56-5DF0-078E-055B415BBDBE}"/>
              </a:ext>
            </a:extLst>
          </p:cNvPr>
          <p:cNvSpPr/>
          <p:nvPr/>
        </p:nvSpPr>
        <p:spPr>
          <a:xfrm>
            <a:off x="475488" y="4005072"/>
            <a:ext cx="6995160" cy="26609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The main purpose is to ensure that everyone installs the same dependency versions when they set up your project.</a:t>
            </a:r>
          </a:p>
          <a:p>
            <a:r>
              <a:rPr lang="en-US" dirty="0"/>
              <a:t>Imagine you share your Playwright framework with your interviewer. Your interviewer clones your GitHub repository and installs the dependencies.</a:t>
            </a:r>
          </a:p>
          <a:p>
            <a:r>
              <a:rPr lang="en-US" dirty="0"/>
              <a:t>Without a lock file, </a:t>
            </a:r>
            <a:r>
              <a:rPr lang="en-US" dirty="0" err="1"/>
              <a:t>npm</a:t>
            </a:r>
            <a:r>
              <a:rPr lang="en-US" dirty="0"/>
              <a:t> may resolve different compatible package versions depending on the version ranges in </a:t>
            </a:r>
            <a:r>
              <a:rPr lang="en-US" dirty="0" err="1"/>
              <a:t>package.json</a:t>
            </a:r>
            <a:r>
              <a:rPr lang="en-US" dirty="0"/>
              <a:t>.</a:t>
            </a:r>
          </a:p>
          <a:p>
            <a:r>
              <a:rPr lang="en-US" dirty="0"/>
              <a:t>With package-</a:t>
            </a:r>
            <a:r>
              <a:rPr lang="en-US" dirty="0" err="1"/>
              <a:t>lock.json</a:t>
            </a:r>
            <a:r>
              <a:rPr lang="en-US" dirty="0"/>
              <a:t>, </a:t>
            </a:r>
            <a:r>
              <a:rPr lang="en-US" dirty="0" err="1"/>
              <a:t>npm</a:t>
            </a:r>
            <a:r>
              <a:rPr lang="en-US" dirty="0"/>
              <a:t> knows the exact dependency versions that were resolved when the lock file was generated.</a:t>
            </a:r>
          </a:p>
        </p:txBody>
      </p:sp>
      <p:sp>
        <p:nvSpPr>
          <p:cNvPr id="3" name="Rectangle 2">
            <a:extLst>
              <a:ext uri="{FF2B5EF4-FFF2-40B4-BE49-F238E27FC236}">
                <a16:creationId xmlns:a16="http://schemas.microsoft.com/office/drawing/2014/main" id="{A2582D84-F925-C2BB-2331-88499720E33D}"/>
              </a:ext>
            </a:extLst>
          </p:cNvPr>
          <p:cNvSpPr/>
          <p:nvPr/>
        </p:nvSpPr>
        <p:spPr>
          <a:xfrm>
            <a:off x="338328" y="82296"/>
            <a:ext cx="8924544" cy="38039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br>
              <a:rPr lang="en-US" dirty="0"/>
            </a:br>
            <a:endParaRPr lang="en-US" dirty="0"/>
          </a:p>
        </p:txBody>
      </p:sp>
      <p:graphicFrame>
        <p:nvGraphicFramePr>
          <p:cNvPr id="4" name="Table 3">
            <a:extLst>
              <a:ext uri="{FF2B5EF4-FFF2-40B4-BE49-F238E27FC236}">
                <a16:creationId xmlns:a16="http://schemas.microsoft.com/office/drawing/2014/main" id="{F07DE4AA-21D2-7F03-98C7-C58DB9FB0313}"/>
              </a:ext>
            </a:extLst>
          </p:cNvPr>
          <p:cNvGraphicFramePr>
            <a:graphicFrameLocks noGrp="1"/>
          </p:cNvGraphicFramePr>
          <p:nvPr>
            <p:extLst>
              <p:ext uri="{D42A27DB-BD31-4B8C-83A1-F6EECF244321}">
                <p14:modId xmlns:p14="http://schemas.microsoft.com/office/powerpoint/2010/main" val="3331110419"/>
              </p:ext>
            </p:extLst>
          </p:nvPr>
        </p:nvGraphicFramePr>
        <p:xfrm>
          <a:off x="612648" y="475488"/>
          <a:ext cx="7296912" cy="3282698"/>
        </p:xfrm>
        <a:graphic>
          <a:graphicData uri="http://schemas.openxmlformats.org/drawingml/2006/table">
            <a:tbl>
              <a:tblPr>
                <a:tableStyleId>{5C22544A-7EE6-4342-B048-85BDC9FD1C3A}</a:tableStyleId>
              </a:tblPr>
              <a:tblGrid>
                <a:gridCol w="1295900">
                  <a:extLst>
                    <a:ext uri="{9D8B030D-6E8A-4147-A177-3AD203B41FA5}">
                      <a16:colId xmlns:a16="http://schemas.microsoft.com/office/drawing/2014/main" val="1423071898"/>
                    </a:ext>
                  </a:extLst>
                </a:gridCol>
                <a:gridCol w="6001012">
                  <a:extLst>
                    <a:ext uri="{9D8B030D-6E8A-4147-A177-3AD203B41FA5}">
                      <a16:colId xmlns:a16="http://schemas.microsoft.com/office/drawing/2014/main" val="735543503"/>
                    </a:ext>
                  </a:extLst>
                </a:gridCol>
              </a:tblGrid>
              <a:tr h="425535">
                <a:tc>
                  <a:txBody>
                    <a:bodyPr/>
                    <a:lstStyle/>
                    <a:p>
                      <a:pPr>
                        <a:buNone/>
                      </a:pPr>
                      <a:r>
                        <a:rPr lang="en-US" dirty="0"/>
                        <a:t>Version</a:t>
                      </a:r>
                    </a:p>
                  </a:txBody>
                  <a:tcPr anchor="ctr"/>
                </a:tc>
                <a:tc>
                  <a:txBody>
                    <a:bodyPr/>
                    <a:lstStyle/>
                    <a:p>
                      <a:pPr>
                        <a:buNone/>
                      </a:pPr>
                      <a:r>
                        <a:rPr lang="en-US"/>
                        <a:t>Exact resolved version of this package</a:t>
                      </a:r>
                    </a:p>
                  </a:txBody>
                  <a:tcPr anchor="ctr"/>
                </a:tc>
                <a:extLst>
                  <a:ext uri="{0D108BD9-81ED-4DB2-BD59-A6C34878D82A}">
                    <a16:rowId xmlns:a16="http://schemas.microsoft.com/office/drawing/2014/main" val="1159074361"/>
                  </a:ext>
                </a:extLst>
              </a:tr>
              <a:tr h="607907">
                <a:tc>
                  <a:txBody>
                    <a:bodyPr/>
                    <a:lstStyle/>
                    <a:p>
                      <a:pPr>
                        <a:buNone/>
                      </a:pPr>
                      <a:r>
                        <a:rPr lang="en-US" dirty="0"/>
                        <a:t>Resolved</a:t>
                      </a:r>
                    </a:p>
                  </a:txBody>
                  <a:tcPr anchor="ctr"/>
                </a:tc>
                <a:tc>
                  <a:txBody>
                    <a:bodyPr/>
                    <a:lstStyle/>
                    <a:p>
                      <a:pPr>
                        <a:buNone/>
                      </a:pPr>
                      <a:r>
                        <a:rPr lang="en-US" dirty="0"/>
                        <a:t>URL from which </a:t>
                      </a:r>
                      <a:r>
                        <a:rPr lang="en-US" dirty="0" err="1"/>
                        <a:t>npm</a:t>
                      </a:r>
                      <a:r>
                        <a:rPr lang="en-US" dirty="0"/>
                        <a:t> can retrieve the package archive</a:t>
                      </a:r>
                    </a:p>
                  </a:txBody>
                  <a:tcPr anchor="ctr"/>
                </a:tc>
                <a:extLst>
                  <a:ext uri="{0D108BD9-81ED-4DB2-BD59-A6C34878D82A}">
                    <a16:rowId xmlns:a16="http://schemas.microsoft.com/office/drawing/2014/main" val="1374442059"/>
                  </a:ext>
                </a:extLst>
              </a:tr>
              <a:tr h="607907">
                <a:tc>
                  <a:txBody>
                    <a:bodyPr/>
                    <a:lstStyle/>
                    <a:p>
                      <a:pPr>
                        <a:buNone/>
                      </a:pPr>
                      <a:r>
                        <a:rPr lang="en-US" dirty="0"/>
                        <a:t>Integrity</a:t>
                      </a:r>
                    </a:p>
                  </a:txBody>
                  <a:tcPr anchor="ctr"/>
                </a:tc>
                <a:tc>
                  <a:txBody>
                    <a:bodyPr/>
                    <a:lstStyle/>
                    <a:p>
                      <a:pPr>
                        <a:buNone/>
                      </a:pPr>
                      <a:r>
                        <a:rPr lang="en-US"/>
                        <a:t>Checksum used to verify package content</a:t>
                      </a:r>
                    </a:p>
                  </a:txBody>
                  <a:tcPr anchor="ctr"/>
                </a:tc>
                <a:extLst>
                  <a:ext uri="{0D108BD9-81ED-4DB2-BD59-A6C34878D82A}">
                    <a16:rowId xmlns:a16="http://schemas.microsoft.com/office/drawing/2014/main" val="3812569850"/>
                  </a:ext>
                </a:extLst>
              </a:tr>
              <a:tr h="425535">
                <a:tc>
                  <a:txBody>
                    <a:bodyPr/>
                    <a:lstStyle/>
                    <a:p>
                      <a:pPr>
                        <a:buNone/>
                      </a:pPr>
                      <a:r>
                        <a:rPr lang="en-US" dirty="0"/>
                        <a:t>Dev</a:t>
                      </a:r>
                    </a:p>
                  </a:txBody>
                  <a:tcPr anchor="ctr"/>
                </a:tc>
                <a:tc>
                  <a:txBody>
                    <a:bodyPr/>
                    <a:lstStyle/>
                    <a:p>
                      <a:pPr>
                        <a:buNone/>
                      </a:pPr>
                      <a:r>
                        <a:rPr lang="en-US" dirty="0"/>
                        <a:t>Indicates a development dependency in this record</a:t>
                      </a:r>
                    </a:p>
                  </a:txBody>
                  <a:tcPr anchor="ctr"/>
                </a:tc>
                <a:extLst>
                  <a:ext uri="{0D108BD9-81ED-4DB2-BD59-A6C34878D82A}">
                    <a16:rowId xmlns:a16="http://schemas.microsoft.com/office/drawing/2014/main" val="2871052350"/>
                  </a:ext>
                </a:extLst>
              </a:tr>
              <a:tr h="425535">
                <a:tc>
                  <a:txBody>
                    <a:bodyPr/>
                    <a:lstStyle/>
                    <a:p>
                      <a:pPr>
                        <a:buNone/>
                      </a:pPr>
                      <a:r>
                        <a:rPr lang="en-US" dirty="0"/>
                        <a:t>License</a:t>
                      </a:r>
                    </a:p>
                  </a:txBody>
                  <a:tcPr anchor="ctr"/>
                </a:tc>
                <a:tc>
                  <a:txBody>
                    <a:bodyPr/>
                    <a:lstStyle/>
                    <a:p>
                      <a:pPr>
                        <a:buNone/>
                      </a:pPr>
                      <a:r>
                        <a:rPr lang="en-US"/>
                        <a:t>Package license information</a:t>
                      </a:r>
                    </a:p>
                  </a:txBody>
                  <a:tcPr anchor="ctr"/>
                </a:tc>
                <a:extLst>
                  <a:ext uri="{0D108BD9-81ED-4DB2-BD59-A6C34878D82A}">
                    <a16:rowId xmlns:a16="http://schemas.microsoft.com/office/drawing/2014/main" val="1255416655"/>
                  </a:ext>
                </a:extLst>
              </a:tr>
              <a:tr h="790279">
                <a:tc>
                  <a:txBody>
                    <a:bodyPr/>
                    <a:lstStyle/>
                    <a:p>
                      <a:pPr>
                        <a:buNone/>
                      </a:pPr>
                      <a:r>
                        <a:rPr lang="en-US" dirty="0"/>
                        <a:t>Dependencies</a:t>
                      </a:r>
                    </a:p>
                  </a:txBody>
                  <a:tcPr anchor="ctr"/>
                </a:tc>
                <a:tc>
                  <a:txBody>
                    <a:bodyPr/>
                    <a:lstStyle/>
                    <a:p>
                      <a:pPr>
                        <a:buNone/>
                      </a:pPr>
                      <a:r>
                        <a:rPr lang="en-US" dirty="0"/>
                        <a:t>Other packages this package requires</a:t>
                      </a:r>
                    </a:p>
                  </a:txBody>
                  <a:tcPr anchor="ctr"/>
                </a:tc>
                <a:extLst>
                  <a:ext uri="{0D108BD9-81ED-4DB2-BD59-A6C34878D82A}">
                    <a16:rowId xmlns:a16="http://schemas.microsoft.com/office/drawing/2014/main" val="3949789348"/>
                  </a:ext>
                </a:extLst>
              </a:tr>
            </a:tbl>
          </a:graphicData>
        </a:graphic>
      </p:graphicFrame>
      <p:sp>
        <p:nvSpPr>
          <p:cNvPr id="5" name="Rectangle 4">
            <a:extLst>
              <a:ext uri="{FF2B5EF4-FFF2-40B4-BE49-F238E27FC236}">
                <a16:creationId xmlns:a16="http://schemas.microsoft.com/office/drawing/2014/main" id="{1465A11E-677B-7D1C-944B-6CEA26B84CC0}"/>
              </a:ext>
            </a:extLst>
          </p:cNvPr>
          <p:cNvSpPr/>
          <p:nvPr/>
        </p:nvSpPr>
        <p:spPr>
          <a:xfrm>
            <a:off x="2596896" y="91440"/>
            <a:ext cx="2807208" cy="3840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Package-</a:t>
            </a:r>
            <a:r>
              <a:rPr lang="en-US" dirty="0" err="1"/>
              <a:t>lock.json</a:t>
            </a:r>
            <a:endParaRPr lang="en-US" dirty="0"/>
          </a:p>
        </p:txBody>
      </p:sp>
    </p:spTree>
    <p:extLst>
      <p:ext uri="{BB962C8B-B14F-4D97-AF65-F5344CB8AC3E}">
        <p14:creationId xmlns:p14="http://schemas.microsoft.com/office/powerpoint/2010/main" val="4132706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B64963-846E-B60E-2E1D-794CCFE4348C}"/>
              </a:ext>
            </a:extLst>
          </p:cNvPr>
          <p:cNvSpPr/>
          <p:nvPr/>
        </p:nvSpPr>
        <p:spPr>
          <a:xfrm>
            <a:off x="374904" y="265176"/>
            <a:ext cx="11356848" cy="58430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import { test, expect } from '@playwright/test';</a:t>
            </a:r>
          </a:p>
          <a:p>
            <a:pPr algn="ctr"/>
            <a:endParaRPr lang="en-US" dirty="0"/>
          </a:p>
          <a:p>
            <a:pPr algn="ctr"/>
            <a:r>
              <a:rPr lang="en-US" dirty="0"/>
              <a:t>test('Verify Playwright homepage title', async ({ page }) =&gt; {</a:t>
            </a:r>
          </a:p>
          <a:p>
            <a:pPr algn="ctr"/>
            <a:r>
              <a:rPr lang="en-US" dirty="0"/>
              <a:t>    await </a:t>
            </a:r>
            <a:r>
              <a:rPr lang="en-US" dirty="0" err="1"/>
              <a:t>page.goto</a:t>
            </a:r>
            <a:r>
              <a:rPr lang="en-US" dirty="0"/>
              <a:t>('https://playwright.dev/');</a:t>
            </a:r>
          </a:p>
          <a:p>
            <a:pPr algn="ctr"/>
            <a:endParaRPr lang="en-US" dirty="0"/>
          </a:p>
          <a:p>
            <a:pPr algn="ctr"/>
            <a:r>
              <a:rPr lang="en-US" dirty="0"/>
              <a:t>    await expect(page).</a:t>
            </a:r>
            <a:r>
              <a:rPr lang="en-US" dirty="0" err="1"/>
              <a:t>toHaveTitle</a:t>
            </a:r>
            <a:r>
              <a:rPr lang="en-US" dirty="0"/>
              <a:t>(/Playwright/);</a:t>
            </a:r>
          </a:p>
          <a:p>
            <a:pPr algn="ctr"/>
            <a:r>
              <a:rPr lang="en-US" dirty="0"/>
              <a:t>});</a:t>
            </a:r>
            <a:br>
              <a:rPr lang="en-US" dirty="0"/>
            </a:br>
            <a:r>
              <a:rPr lang="en-US" dirty="0"/>
              <a:t>paste this above code in example file and try running it using </a:t>
            </a:r>
            <a:r>
              <a:rPr lang="en-US" dirty="0" err="1"/>
              <a:t>npx</a:t>
            </a:r>
            <a:r>
              <a:rPr lang="en-US" dirty="0"/>
              <a:t> test </a:t>
            </a:r>
            <a:r>
              <a:rPr lang="en-US" b="1" dirty="0"/>
              <a:t>since we have already given </a:t>
            </a:r>
            <a:r>
              <a:rPr lang="en-US" b="1" dirty="0" err="1"/>
              <a:t>npx</a:t>
            </a:r>
            <a:r>
              <a:rPr lang="en-US" b="1" dirty="0"/>
              <a:t> playwright test in scripts in </a:t>
            </a:r>
            <a:r>
              <a:rPr lang="en-US" b="1" dirty="0" err="1"/>
              <a:t>package.json</a:t>
            </a:r>
            <a:r>
              <a:rPr lang="en-US" b="1" dirty="0"/>
              <a:t> we can run using </a:t>
            </a:r>
            <a:r>
              <a:rPr lang="en-US" b="1" dirty="0" err="1"/>
              <a:t>npm</a:t>
            </a:r>
            <a:r>
              <a:rPr lang="en-US" b="1" dirty="0"/>
              <a:t> test</a:t>
            </a:r>
            <a:r>
              <a:rPr lang="en-US" dirty="0"/>
              <a:t> it will run in 3 browsers default</a:t>
            </a:r>
          </a:p>
          <a:p>
            <a:pPr algn="ctr"/>
            <a:r>
              <a:rPr lang="en-US" b="1" dirty="0"/>
              <a:t>Or we can use  </a:t>
            </a:r>
            <a:r>
              <a:rPr lang="en-US" b="1" dirty="0" err="1"/>
              <a:t>npx</a:t>
            </a:r>
            <a:r>
              <a:rPr lang="en-US" b="1" dirty="0"/>
              <a:t> playwright test </a:t>
            </a:r>
          </a:p>
        </p:txBody>
      </p:sp>
    </p:spTree>
    <p:extLst>
      <p:ext uri="{BB962C8B-B14F-4D97-AF65-F5344CB8AC3E}">
        <p14:creationId xmlns:p14="http://schemas.microsoft.com/office/powerpoint/2010/main" val="2517968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868922-1661-D294-7664-6638B1EE56EB}"/>
              </a:ext>
            </a:extLst>
          </p:cNvPr>
          <p:cNvSpPr/>
          <p:nvPr/>
        </p:nvSpPr>
        <p:spPr>
          <a:xfrm>
            <a:off x="850392" y="374904"/>
            <a:ext cx="9994392" cy="5303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Allure Configuration</a:t>
            </a:r>
          </a:p>
        </p:txBody>
      </p:sp>
      <p:sp>
        <p:nvSpPr>
          <p:cNvPr id="3" name="Rectangle 2">
            <a:extLst>
              <a:ext uri="{FF2B5EF4-FFF2-40B4-BE49-F238E27FC236}">
                <a16:creationId xmlns:a16="http://schemas.microsoft.com/office/drawing/2014/main" id="{6014B3D9-F1F0-DA09-05FA-76E1E6121F69}"/>
              </a:ext>
            </a:extLst>
          </p:cNvPr>
          <p:cNvSpPr/>
          <p:nvPr/>
        </p:nvSpPr>
        <p:spPr>
          <a:xfrm>
            <a:off x="850392" y="1335024"/>
            <a:ext cx="10593324" cy="335207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dirty="0"/>
          </a:p>
        </p:txBody>
      </p:sp>
      <p:graphicFrame>
        <p:nvGraphicFramePr>
          <p:cNvPr id="4" name="Table 3">
            <a:extLst>
              <a:ext uri="{FF2B5EF4-FFF2-40B4-BE49-F238E27FC236}">
                <a16:creationId xmlns:a16="http://schemas.microsoft.com/office/drawing/2014/main" id="{B34D27BC-00B3-920E-5C7B-9BBBB571ADA5}"/>
              </a:ext>
            </a:extLst>
          </p:cNvPr>
          <p:cNvGraphicFramePr>
            <a:graphicFrameLocks noGrp="1"/>
          </p:cNvGraphicFramePr>
          <p:nvPr>
            <p:extLst>
              <p:ext uri="{D42A27DB-BD31-4B8C-83A1-F6EECF244321}">
                <p14:modId xmlns:p14="http://schemas.microsoft.com/office/powerpoint/2010/main" val="178563584"/>
              </p:ext>
            </p:extLst>
          </p:nvPr>
        </p:nvGraphicFramePr>
        <p:xfrm>
          <a:off x="889254" y="1335024"/>
          <a:ext cx="10515600" cy="1927693"/>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900037105"/>
                    </a:ext>
                  </a:extLst>
                </a:gridCol>
                <a:gridCol w="5257800">
                  <a:extLst>
                    <a:ext uri="{9D8B030D-6E8A-4147-A177-3AD203B41FA5}">
                      <a16:colId xmlns:a16="http://schemas.microsoft.com/office/drawing/2014/main" val="2318688234"/>
                    </a:ext>
                  </a:extLst>
                </a:gridCol>
              </a:tblGrid>
              <a:tr h="647533">
                <a:tc>
                  <a:txBody>
                    <a:bodyPr/>
                    <a:lstStyle/>
                    <a:p>
                      <a:pPr>
                        <a:buNone/>
                      </a:pPr>
                      <a:r>
                        <a:rPr lang="en-US" dirty="0"/>
                        <a:t>Package</a:t>
                      </a:r>
                    </a:p>
                  </a:txBody>
                  <a:tcPr anchor="ctr"/>
                </a:tc>
                <a:tc>
                  <a:txBody>
                    <a:bodyPr/>
                    <a:lstStyle/>
                    <a:p>
                      <a:pPr>
                        <a:buNone/>
                      </a:pPr>
                      <a:r>
                        <a:rPr lang="en-US" dirty="0"/>
                        <a:t>Purpose</a:t>
                      </a:r>
                    </a:p>
                  </a:txBody>
                  <a:tcPr anchor="ctr"/>
                </a:tc>
                <a:extLst>
                  <a:ext uri="{0D108BD9-81ED-4DB2-BD59-A6C34878D82A}">
                    <a16:rowId xmlns:a16="http://schemas.microsoft.com/office/drawing/2014/main" val="595258403"/>
                  </a:ext>
                </a:extLst>
              </a:tr>
              <a:tr h="479110">
                <a:tc>
                  <a:txBody>
                    <a:bodyPr/>
                    <a:lstStyle/>
                    <a:p>
                      <a:pPr>
                        <a:buNone/>
                      </a:pPr>
                      <a:r>
                        <a:rPr lang="en-US"/>
                        <a:t>allure-playwright</a:t>
                      </a:r>
                    </a:p>
                  </a:txBody>
                  <a:tcPr anchor="ctr"/>
                </a:tc>
                <a:tc>
                  <a:txBody>
                    <a:bodyPr/>
                    <a:lstStyle/>
                    <a:p>
                      <a:pPr>
                        <a:buNone/>
                      </a:pPr>
                      <a:r>
                        <a:rPr lang="en-US"/>
                        <a:t>Connects Playwright test execution to Allure and collects test results.</a:t>
                      </a:r>
                    </a:p>
                  </a:txBody>
                  <a:tcPr anchor="ctr"/>
                </a:tc>
                <a:extLst>
                  <a:ext uri="{0D108BD9-81ED-4DB2-BD59-A6C34878D82A}">
                    <a16:rowId xmlns:a16="http://schemas.microsoft.com/office/drawing/2014/main" val="2523880272"/>
                  </a:ext>
                </a:extLst>
              </a:tr>
              <a:tr h="479110">
                <a:tc>
                  <a:txBody>
                    <a:bodyPr/>
                    <a:lstStyle/>
                    <a:p>
                      <a:pPr>
                        <a:buNone/>
                      </a:pPr>
                      <a:r>
                        <a:rPr lang="en-US" dirty="0"/>
                        <a:t>allure-</a:t>
                      </a:r>
                      <a:r>
                        <a:rPr lang="en-US" dirty="0" err="1"/>
                        <a:t>commandline</a:t>
                      </a:r>
                      <a:endParaRPr lang="en-US" dirty="0"/>
                    </a:p>
                  </a:txBody>
                  <a:tcPr anchor="ctr"/>
                </a:tc>
                <a:tc>
                  <a:txBody>
                    <a:bodyPr/>
                    <a:lstStyle/>
                    <a:p>
                      <a:pPr>
                        <a:buNone/>
                      </a:pPr>
                      <a:r>
                        <a:rPr lang="en-US" dirty="0"/>
                        <a:t>Generates and opens the Allure HTML report from those results.</a:t>
                      </a:r>
                    </a:p>
                  </a:txBody>
                  <a:tcPr anchor="ctr"/>
                </a:tc>
                <a:extLst>
                  <a:ext uri="{0D108BD9-81ED-4DB2-BD59-A6C34878D82A}">
                    <a16:rowId xmlns:a16="http://schemas.microsoft.com/office/drawing/2014/main" val="4087085824"/>
                  </a:ext>
                </a:extLst>
              </a:tr>
            </a:tbl>
          </a:graphicData>
        </a:graphic>
      </p:graphicFrame>
      <p:sp>
        <p:nvSpPr>
          <p:cNvPr id="5" name="Rectangle 4">
            <a:extLst>
              <a:ext uri="{FF2B5EF4-FFF2-40B4-BE49-F238E27FC236}">
                <a16:creationId xmlns:a16="http://schemas.microsoft.com/office/drawing/2014/main" id="{815FA45C-089A-E208-E886-A3A5A7637F25}"/>
              </a:ext>
            </a:extLst>
          </p:cNvPr>
          <p:cNvSpPr/>
          <p:nvPr/>
        </p:nvSpPr>
        <p:spPr>
          <a:xfrm>
            <a:off x="889254" y="3262717"/>
            <a:ext cx="10515600" cy="142815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err="1"/>
              <a:t>npm</a:t>
            </a:r>
            <a:r>
              <a:rPr lang="en-US" b="1" dirty="0"/>
              <a:t> install -D allure-playwright allure-</a:t>
            </a:r>
            <a:r>
              <a:rPr lang="en-US" b="1" dirty="0" err="1"/>
              <a:t>commandline</a:t>
            </a:r>
            <a:r>
              <a:rPr lang="en-US" b="1" dirty="0"/>
              <a:t> once we type this </a:t>
            </a:r>
            <a:r>
              <a:rPr lang="en-US" b="1" dirty="0" err="1"/>
              <a:t>depencies</a:t>
            </a:r>
            <a:r>
              <a:rPr lang="en-US" b="1" dirty="0"/>
              <a:t> version for allure will be updated in </a:t>
            </a:r>
            <a:r>
              <a:rPr lang="en-US" b="1" dirty="0" err="1"/>
              <a:t>package.json</a:t>
            </a:r>
            <a:r>
              <a:rPr lang="en-US" b="1" dirty="0"/>
              <a:t> under dev dependencies</a:t>
            </a:r>
          </a:p>
          <a:p>
            <a:pPr algn="ctr"/>
            <a:endParaRPr lang="en-US" dirty="0"/>
          </a:p>
        </p:txBody>
      </p:sp>
      <p:sp>
        <p:nvSpPr>
          <p:cNvPr id="6" name="Rectangle 5">
            <a:extLst>
              <a:ext uri="{FF2B5EF4-FFF2-40B4-BE49-F238E27FC236}">
                <a16:creationId xmlns:a16="http://schemas.microsoft.com/office/drawing/2014/main" id="{3ED4DB68-1107-E218-A737-9C9D6FFAB8AE}"/>
              </a:ext>
            </a:extLst>
          </p:cNvPr>
          <p:cNvSpPr/>
          <p:nvPr/>
        </p:nvSpPr>
        <p:spPr>
          <a:xfrm>
            <a:off x="889254" y="4864358"/>
            <a:ext cx="10593324" cy="10698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npm</a:t>
            </a:r>
            <a:r>
              <a:rPr lang="en-US" dirty="0"/>
              <a:t> ls allure-playwright allure-</a:t>
            </a:r>
            <a:r>
              <a:rPr lang="en-US" dirty="0" err="1"/>
              <a:t>commandline</a:t>
            </a:r>
            <a:br>
              <a:rPr lang="en-US" dirty="0"/>
            </a:br>
            <a:r>
              <a:rPr lang="en-US" dirty="0"/>
              <a:t>to check the installed versions of both packages.</a:t>
            </a:r>
          </a:p>
        </p:txBody>
      </p:sp>
    </p:spTree>
    <p:extLst>
      <p:ext uri="{BB962C8B-B14F-4D97-AF65-F5344CB8AC3E}">
        <p14:creationId xmlns:p14="http://schemas.microsoft.com/office/powerpoint/2010/main" val="3108016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B7EBE6-20CC-2621-8DA4-14D15E29694D}"/>
              </a:ext>
            </a:extLst>
          </p:cNvPr>
          <p:cNvSpPr/>
          <p:nvPr/>
        </p:nvSpPr>
        <p:spPr>
          <a:xfrm>
            <a:off x="566928" y="155448"/>
            <a:ext cx="9747504" cy="5212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Allure </a:t>
            </a:r>
            <a:r>
              <a:rPr lang="en-US" dirty="0" err="1"/>
              <a:t>confirguration</a:t>
            </a:r>
            <a:r>
              <a:rPr lang="en-US" dirty="0"/>
              <a:t> </a:t>
            </a:r>
            <a:r>
              <a:rPr lang="en-US" dirty="0" err="1"/>
              <a:t>conti</a:t>
            </a:r>
            <a:r>
              <a:rPr lang="en-US" dirty="0"/>
              <a:t>…</a:t>
            </a:r>
          </a:p>
        </p:txBody>
      </p:sp>
      <p:sp>
        <p:nvSpPr>
          <p:cNvPr id="3" name="Rectangle 2">
            <a:extLst>
              <a:ext uri="{FF2B5EF4-FFF2-40B4-BE49-F238E27FC236}">
                <a16:creationId xmlns:a16="http://schemas.microsoft.com/office/drawing/2014/main" id="{A9A67E1A-58C1-DE28-A36A-C9ECF748B5D3}"/>
              </a:ext>
            </a:extLst>
          </p:cNvPr>
          <p:cNvSpPr/>
          <p:nvPr/>
        </p:nvSpPr>
        <p:spPr>
          <a:xfrm>
            <a:off x="566928" y="877824"/>
            <a:ext cx="9902952" cy="4681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Configure Allure in playwright.config.js</a:t>
            </a:r>
          </a:p>
          <a:p>
            <a:r>
              <a:rPr lang="en-US" dirty="0"/>
              <a:t>reporter: [</a:t>
            </a:r>
          </a:p>
          <a:p>
            <a:r>
              <a:rPr lang="en-US" dirty="0"/>
              <a:t>  ['list'],</a:t>
            </a:r>
          </a:p>
          <a:p>
            <a:r>
              <a:rPr lang="en-US" dirty="0"/>
              <a:t>  ['allure-playwright', {</a:t>
            </a:r>
          </a:p>
          <a:p>
            <a:r>
              <a:rPr lang="en-US" dirty="0"/>
              <a:t>    </a:t>
            </a:r>
            <a:r>
              <a:rPr lang="en-US" dirty="0" err="1"/>
              <a:t>resultsDir</a:t>
            </a:r>
            <a:r>
              <a:rPr lang="en-US" dirty="0"/>
              <a:t>: 'allure-results',</a:t>
            </a:r>
          </a:p>
          <a:p>
            <a:r>
              <a:rPr lang="en-US" dirty="0"/>
              <a:t>  }],</a:t>
            </a:r>
          </a:p>
          <a:p>
            <a:r>
              <a:rPr lang="en-US" dirty="0"/>
              <a:t>],</a:t>
            </a:r>
            <a:br>
              <a:rPr lang="en-US" dirty="0"/>
            </a:br>
            <a:endParaRPr lang="en-US" dirty="0"/>
          </a:p>
          <a:p>
            <a:pPr algn="ctr"/>
            <a:br>
              <a:rPr lang="en-US" dirty="0"/>
            </a:br>
            <a:br>
              <a:rPr lang="en-US" dirty="0"/>
            </a:br>
            <a:endParaRPr lang="en-US" dirty="0"/>
          </a:p>
        </p:txBody>
      </p:sp>
      <p:graphicFrame>
        <p:nvGraphicFramePr>
          <p:cNvPr id="4" name="Table 3">
            <a:extLst>
              <a:ext uri="{FF2B5EF4-FFF2-40B4-BE49-F238E27FC236}">
                <a16:creationId xmlns:a16="http://schemas.microsoft.com/office/drawing/2014/main" id="{D6C7A889-7F70-8B7A-0E20-61D492B26571}"/>
              </a:ext>
            </a:extLst>
          </p:cNvPr>
          <p:cNvGraphicFramePr>
            <a:graphicFrameLocks noGrp="1"/>
          </p:cNvGraphicFramePr>
          <p:nvPr>
            <p:extLst>
              <p:ext uri="{D42A27DB-BD31-4B8C-83A1-F6EECF244321}">
                <p14:modId xmlns:p14="http://schemas.microsoft.com/office/powerpoint/2010/main" val="1492705688"/>
              </p:ext>
            </p:extLst>
          </p:nvPr>
        </p:nvGraphicFramePr>
        <p:xfrm>
          <a:off x="665988" y="3739896"/>
          <a:ext cx="9704832" cy="1742727"/>
        </p:xfrm>
        <a:graphic>
          <a:graphicData uri="http://schemas.openxmlformats.org/drawingml/2006/table">
            <a:tbl>
              <a:tblPr>
                <a:tableStyleId>{5C22544A-7EE6-4342-B048-85BDC9FD1C3A}</a:tableStyleId>
              </a:tblPr>
              <a:tblGrid>
                <a:gridCol w="4852416">
                  <a:extLst>
                    <a:ext uri="{9D8B030D-6E8A-4147-A177-3AD203B41FA5}">
                      <a16:colId xmlns:a16="http://schemas.microsoft.com/office/drawing/2014/main" val="2105453479"/>
                    </a:ext>
                  </a:extLst>
                </a:gridCol>
                <a:gridCol w="4852416">
                  <a:extLst>
                    <a:ext uri="{9D8B030D-6E8A-4147-A177-3AD203B41FA5}">
                      <a16:colId xmlns:a16="http://schemas.microsoft.com/office/drawing/2014/main" val="4205715004"/>
                    </a:ext>
                  </a:extLst>
                </a:gridCol>
              </a:tblGrid>
              <a:tr h="366890">
                <a:tc>
                  <a:txBody>
                    <a:bodyPr/>
                    <a:lstStyle/>
                    <a:p>
                      <a:pPr>
                        <a:buNone/>
                      </a:pPr>
                      <a:r>
                        <a:rPr lang="en-US"/>
                        <a:t>Setting</a:t>
                      </a:r>
                    </a:p>
                  </a:txBody>
                  <a:tcPr anchor="ctr"/>
                </a:tc>
                <a:tc>
                  <a:txBody>
                    <a:bodyPr/>
                    <a:lstStyle/>
                    <a:p>
                      <a:pPr>
                        <a:buNone/>
                      </a:pPr>
                      <a:r>
                        <a:rPr lang="en-US"/>
                        <a:t>Purpose</a:t>
                      </a:r>
                    </a:p>
                  </a:txBody>
                  <a:tcPr anchor="ctr"/>
                </a:tc>
                <a:extLst>
                  <a:ext uri="{0D108BD9-81ED-4DB2-BD59-A6C34878D82A}">
                    <a16:rowId xmlns:a16="http://schemas.microsoft.com/office/drawing/2014/main" val="4181976963"/>
                  </a:ext>
                </a:extLst>
              </a:tr>
              <a:tr h="366890">
                <a:tc>
                  <a:txBody>
                    <a:bodyPr/>
                    <a:lstStyle/>
                    <a:p>
                      <a:pPr>
                        <a:buNone/>
                      </a:pPr>
                      <a:r>
                        <a:rPr lang="en-US"/>
                        <a:t>'list'</a:t>
                      </a:r>
                    </a:p>
                  </a:txBody>
                  <a:tcPr anchor="ctr"/>
                </a:tc>
                <a:tc>
                  <a:txBody>
                    <a:bodyPr/>
                    <a:lstStyle/>
                    <a:p>
                      <a:pPr>
                        <a:buNone/>
                      </a:pPr>
                      <a:r>
                        <a:rPr lang="en-US"/>
                        <a:t>Displays test execution results in your terminal.</a:t>
                      </a:r>
                    </a:p>
                  </a:txBody>
                  <a:tcPr anchor="ctr"/>
                </a:tc>
                <a:extLst>
                  <a:ext uri="{0D108BD9-81ED-4DB2-BD59-A6C34878D82A}">
                    <a16:rowId xmlns:a16="http://schemas.microsoft.com/office/drawing/2014/main" val="47084229"/>
                  </a:ext>
                </a:extLst>
              </a:tr>
              <a:tr h="366890">
                <a:tc>
                  <a:txBody>
                    <a:bodyPr/>
                    <a:lstStyle/>
                    <a:p>
                      <a:pPr>
                        <a:buNone/>
                      </a:pPr>
                      <a:r>
                        <a:rPr lang="en-US"/>
                        <a:t>'allure-playwright'</a:t>
                      </a:r>
                    </a:p>
                  </a:txBody>
                  <a:tcPr anchor="ctr"/>
                </a:tc>
                <a:tc>
                  <a:txBody>
                    <a:bodyPr/>
                    <a:lstStyle/>
                    <a:p>
                      <a:pPr>
                        <a:buNone/>
                      </a:pPr>
                      <a:r>
                        <a:rPr lang="en-US"/>
                        <a:t>Collects Playwright test results for Allure.</a:t>
                      </a:r>
                    </a:p>
                  </a:txBody>
                  <a:tcPr anchor="ctr"/>
                </a:tc>
                <a:extLst>
                  <a:ext uri="{0D108BD9-81ED-4DB2-BD59-A6C34878D82A}">
                    <a16:rowId xmlns:a16="http://schemas.microsoft.com/office/drawing/2014/main" val="1051367244"/>
                  </a:ext>
                </a:extLst>
              </a:tr>
              <a:tr h="642057">
                <a:tc>
                  <a:txBody>
                    <a:bodyPr/>
                    <a:lstStyle/>
                    <a:p>
                      <a:pPr>
                        <a:buNone/>
                      </a:pPr>
                      <a:r>
                        <a:rPr lang="en-US"/>
                        <a:t>resultsDir</a:t>
                      </a:r>
                    </a:p>
                  </a:txBody>
                  <a:tcPr anchor="ctr"/>
                </a:tc>
                <a:tc>
                  <a:txBody>
                    <a:bodyPr/>
                    <a:lstStyle/>
                    <a:p>
                      <a:pPr>
                        <a:buNone/>
                      </a:pPr>
                      <a:r>
                        <a:rPr lang="en-US" dirty="0"/>
                        <a:t>Stores the raw results in the allure-results folder.</a:t>
                      </a:r>
                    </a:p>
                  </a:txBody>
                  <a:tcPr anchor="ctr"/>
                </a:tc>
                <a:extLst>
                  <a:ext uri="{0D108BD9-81ED-4DB2-BD59-A6C34878D82A}">
                    <a16:rowId xmlns:a16="http://schemas.microsoft.com/office/drawing/2014/main" val="3692412341"/>
                  </a:ext>
                </a:extLst>
              </a:tr>
            </a:tbl>
          </a:graphicData>
        </a:graphic>
      </p:graphicFrame>
    </p:spTree>
    <p:extLst>
      <p:ext uri="{BB962C8B-B14F-4D97-AF65-F5344CB8AC3E}">
        <p14:creationId xmlns:p14="http://schemas.microsoft.com/office/powerpoint/2010/main" val="212976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98A314F-02A7-9D8C-8084-46C01DE5B94A}"/>
              </a:ext>
            </a:extLst>
          </p:cNvPr>
          <p:cNvSpPr/>
          <p:nvPr/>
        </p:nvSpPr>
        <p:spPr>
          <a:xfrm>
            <a:off x="566928" y="155448"/>
            <a:ext cx="9747504" cy="5212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Allure </a:t>
            </a:r>
            <a:r>
              <a:rPr lang="en-US" dirty="0" err="1"/>
              <a:t>confirguration</a:t>
            </a:r>
            <a:r>
              <a:rPr lang="en-US" dirty="0"/>
              <a:t> </a:t>
            </a:r>
            <a:r>
              <a:rPr lang="en-US" dirty="0" err="1"/>
              <a:t>conti</a:t>
            </a:r>
            <a:r>
              <a:rPr lang="en-US" dirty="0"/>
              <a:t>…</a:t>
            </a:r>
          </a:p>
        </p:txBody>
      </p:sp>
      <p:sp>
        <p:nvSpPr>
          <p:cNvPr id="6" name="Rectangle 5">
            <a:extLst>
              <a:ext uri="{FF2B5EF4-FFF2-40B4-BE49-F238E27FC236}">
                <a16:creationId xmlns:a16="http://schemas.microsoft.com/office/drawing/2014/main" id="{FCB83A33-1ADB-4B9B-2A77-A2963A37805D}"/>
              </a:ext>
            </a:extLst>
          </p:cNvPr>
          <p:cNvSpPr/>
          <p:nvPr/>
        </p:nvSpPr>
        <p:spPr>
          <a:xfrm>
            <a:off x="566928" y="996696"/>
            <a:ext cx="9848088" cy="37764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err="1"/>
              <a:t>npx</a:t>
            </a:r>
            <a:r>
              <a:rPr lang="en-US" b="1" dirty="0"/>
              <a:t> allure generate allure-results --clean -o allure-report:</a:t>
            </a:r>
          </a:p>
          <a:p>
            <a:pPr lvl="0" algn="ctr"/>
            <a:r>
              <a:rPr lang="en-US" dirty="0"/>
              <a:t>generate — creates the HTML report.</a:t>
            </a:r>
          </a:p>
          <a:p>
            <a:pPr lvl="0" algn="ctr"/>
            <a:r>
              <a:rPr lang="en-US" dirty="0"/>
              <a:t>allure-results — reads the raw test results.</a:t>
            </a:r>
          </a:p>
          <a:p>
            <a:pPr lvl="0" algn="ctr"/>
            <a:r>
              <a:rPr lang="en-US" dirty="0"/>
              <a:t>--clean — removes the previous report before generating a new one.</a:t>
            </a:r>
          </a:p>
          <a:p>
            <a:pPr lvl="0" algn="ctr"/>
            <a:r>
              <a:rPr lang="en-US" dirty="0"/>
              <a:t>-o allure-report — saves the HTML report in that folder.</a:t>
            </a:r>
            <a:br>
              <a:rPr lang="en-US" dirty="0"/>
            </a:br>
            <a:br>
              <a:rPr lang="en-US" dirty="0"/>
            </a:br>
            <a:r>
              <a:rPr lang="en-US" b="1" dirty="0" err="1"/>
              <a:t>npx</a:t>
            </a:r>
            <a:r>
              <a:rPr lang="en-US" b="1" dirty="0"/>
              <a:t> allure open allure-report</a:t>
            </a:r>
          </a:p>
          <a:p>
            <a:pPr lvl="0" algn="ctr"/>
            <a:r>
              <a:rPr lang="en-US" dirty="0"/>
              <a:t>This starts a local server and opens the report in your browser.</a:t>
            </a:r>
            <a:br>
              <a:rPr lang="en-US" dirty="0"/>
            </a:br>
            <a:br>
              <a:rPr lang="en-US" dirty="0"/>
            </a:br>
            <a:br>
              <a:rPr lang="en-US" dirty="0"/>
            </a:br>
            <a:br>
              <a:rPr lang="en-US" dirty="0"/>
            </a:br>
            <a:endParaRPr lang="en-US" dirty="0"/>
          </a:p>
          <a:p>
            <a:pPr algn="ctr"/>
            <a:endParaRPr lang="en-US" dirty="0"/>
          </a:p>
        </p:txBody>
      </p:sp>
    </p:spTree>
    <p:extLst>
      <p:ext uri="{BB962C8B-B14F-4D97-AF65-F5344CB8AC3E}">
        <p14:creationId xmlns:p14="http://schemas.microsoft.com/office/powerpoint/2010/main" val="3140914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F16E14-F071-C071-F19F-BDE51C5AD5CF}"/>
              </a:ext>
            </a:extLst>
          </p:cNvPr>
          <p:cNvSpPr/>
          <p:nvPr/>
        </p:nvSpPr>
        <p:spPr>
          <a:xfrm>
            <a:off x="941832" y="292608"/>
            <a:ext cx="9491472" cy="676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Dot env file creation for </a:t>
            </a:r>
            <a:r>
              <a:rPr lang="en-US" dirty="0" err="1"/>
              <a:t>environement</a:t>
            </a:r>
            <a:endParaRPr lang="en-US" dirty="0"/>
          </a:p>
        </p:txBody>
      </p:sp>
      <p:sp>
        <p:nvSpPr>
          <p:cNvPr id="4" name="Rectangle 3">
            <a:extLst>
              <a:ext uri="{FF2B5EF4-FFF2-40B4-BE49-F238E27FC236}">
                <a16:creationId xmlns:a16="http://schemas.microsoft.com/office/drawing/2014/main" id="{5EA2CE47-C750-9291-5899-075663F28A59}"/>
              </a:ext>
            </a:extLst>
          </p:cNvPr>
          <p:cNvSpPr/>
          <p:nvPr/>
        </p:nvSpPr>
        <p:spPr>
          <a:xfrm>
            <a:off x="941832" y="1341120"/>
            <a:ext cx="9491472" cy="676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npm</a:t>
            </a:r>
            <a:r>
              <a:rPr lang="en-US" dirty="0"/>
              <a:t> install -D </a:t>
            </a:r>
            <a:r>
              <a:rPr lang="en-US" dirty="0" err="1"/>
              <a:t>dotenv</a:t>
            </a:r>
            <a:endParaRPr lang="en-US" dirty="0"/>
          </a:p>
        </p:txBody>
      </p:sp>
      <p:sp>
        <p:nvSpPr>
          <p:cNvPr id="6" name="Rectangle 5">
            <a:extLst>
              <a:ext uri="{FF2B5EF4-FFF2-40B4-BE49-F238E27FC236}">
                <a16:creationId xmlns:a16="http://schemas.microsoft.com/office/drawing/2014/main" id="{5B89E9B4-7483-9CB0-D32B-A51A83EF2A02}"/>
              </a:ext>
            </a:extLst>
          </p:cNvPr>
          <p:cNvSpPr/>
          <p:nvPr/>
        </p:nvSpPr>
        <p:spPr>
          <a:xfrm>
            <a:off x="941832" y="2389632"/>
            <a:ext cx="9628632" cy="23835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Suppose am </a:t>
            </a:r>
            <a:r>
              <a:rPr lang="en-US" dirty="0" err="1"/>
              <a:t>goling</a:t>
            </a:r>
            <a:r>
              <a:rPr lang="en-US" dirty="0"/>
              <a:t> to run with two </a:t>
            </a:r>
            <a:r>
              <a:rPr lang="en-US" dirty="0" err="1"/>
              <a:t>url</a:t>
            </a:r>
            <a:r>
              <a:rPr lang="en-US" dirty="0"/>
              <a:t> sample for running in two environment </a:t>
            </a:r>
          </a:p>
          <a:p>
            <a:pPr algn="ctr"/>
            <a:r>
              <a:rPr lang="en-US" dirty="0"/>
              <a:t>Create .env file in project folder and have two </a:t>
            </a:r>
            <a:r>
              <a:rPr lang="en-US" dirty="0" err="1"/>
              <a:t>url</a:t>
            </a:r>
            <a:r>
              <a:rPr lang="en-US" dirty="0"/>
              <a:t> as </a:t>
            </a:r>
            <a:br>
              <a:rPr lang="en-US" dirty="0"/>
            </a:br>
            <a:endParaRPr lang="en-US" dirty="0"/>
          </a:p>
          <a:p>
            <a:pPr algn="ctr"/>
            <a:r>
              <a:rPr lang="en-US" dirty="0"/>
              <a:t>TEST_ENV=</a:t>
            </a:r>
            <a:r>
              <a:rPr lang="en-US" dirty="0" err="1"/>
              <a:t>qa</a:t>
            </a:r>
            <a:endParaRPr lang="en-US" dirty="0"/>
          </a:p>
          <a:p>
            <a:pPr algn="ctr"/>
            <a:endParaRPr lang="en-US" dirty="0"/>
          </a:p>
          <a:p>
            <a:pPr algn="ctr"/>
            <a:r>
              <a:rPr lang="en-US" dirty="0"/>
              <a:t>QA_BASE_URL=https://www.saucedemo.com</a:t>
            </a:r>
          </a:p>
          <a:p>
            <a:pPr algn="ctr"/>
            <a:r>
              <a:rPr lang="en-US" dirty="0"/>
              <a:t>SIT_BASE_URL=https://playwright.dev</a:t>
            </a:r>
          </a:p>
          <a:p>
            <a:pPr algn="ctr"/>
            <a:br>
              <a:rPr lang="en-US" dirty="0"/>
            </a:br>
            <a:endParaRPr lang="en-US" dirty="0"/>
          </a:p>
        </p:txBody>
      </p:sp>
    </p:spTree>
    <p:extLst>
      <p:ext uri="{BB962C8B-B14F-4D97-AF65-F5344CB8AC3E}">
        <p14:creationId xmlns:p14="http://schemas.microsoft.com/office/powerpoint/2010/main" val="2060034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190B64-83EF-5CEF-83B1-F74E7A5D71F0}"/>
              </a:ext>
            </a:extLst>
          </p:cNvPr>
          <p:cNvSpPr/>
          <p:nvPr/>
        </p:nvSpPr>
        <p:spPr>
          <a:xfrm>
            <a:off x="338328" y="1060704"/>
            <a:ext cx="10186416" cy="5248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t>in playwright config file </a:t>
            </a:r>
          </a:p>
          <a:p>
            <a:endParaRPr lang="en-US" b="1" dirty="0"/>
          </a:p>
          <a:p>
            <a:r>
              <a:rPr lang="en-US" b="1" dirty="0"/>
              <a:t>i</a:t>
            </a:r>
            <a:r>
              <a:rPr lang="en-US" dirty="0"/>
              <a:t>mport </a:t>
            </a:r>
            <a:r>
              <a:rPr lang="en-US" dirty="0" err="1"/>
              <a:t>dotenv</a:t>
            </a:r>
            <a:r>
              <a:rPr lang="en-US" dirty="0"/>
              <a:t> from '</a:t>
            </a:r>
            <a:r>
              <a:rPr lang="en-US" dirty="0" err="1"/>
              <a:t>dotenv</a:t>
            </a:r>
            <a:r>
              <a:rPr lang="en-US" dirty="0"/>
              <a:t>';</a:t>
            </a:r>
          </a:p>
          <a:p>
            <a:r>
              <a:rPr lang="en-US" dirty="0" err="1"/>
              <a:t>dotenv.config</a:t>
            </a:r>
            <a:r>
              <a:rPr lang="en-US" dirty="0"/>
              <a:t>();</a:t>
            </a:r>
          </a:p>
          <a:p>
            <a:r>
              <a:rPr lang="en-US" dirty="0"/>
              <a:t>const environment = (</a:t>
            </a:r>
            <a:r>
              <a:rPr lang="en-US" dirty="0" err="1"/>
              <a:t>process.env.TEST_ENV</a:t>
            </a:r>
            <a:r>
              <a:rPr lang="en-US" dirty="0"/>
              <a:t> || '</a:t>
            </a:r>
            <a:r>
              <a:rPr lang="en-US" dirty="0" err="1"/>
              <a:t>qa</a:t>
            </a:r>
            <a:r>
              <a:rPr lang="en-US" dirty="0"/>
              <a:t>').</a:t>
            </a:r>
            <a:r>
              <a:rPr lang="en-US" dirty="0" err="1"/>
              <a:t>toLowerCase</a:t>
            </a:r>
            <a:r>
              <a:rPr lang="en-US" dirty="0"/>
              <a:t>();</a:t>
            </a:r>
          </a:p>
          <a:p>
            <a:r>
              <a:rPr lang="en-US" dirty="0"/>
              <a:t>const </a:t>
            </a:r>
            <a:r>
              <a:rPr lang="en-US" dirty="0" err="1"/>
              <a:t>environmentUrls</a:t>
            </a:r>
            <a:r>
              <a:rPr lang="en-US" dirty="0"/>
              <a:t> = {</a:t>
            </a:r>
          </a:p>
          <a:p>
            <a:r>
              <a:rPr lang="en-US" dirty="0"/>
              <a:t>  </a:t>
            </a:r>
            <a:r>
              <a:rPr lang="en-US" dirty="0" err="1"/>
              <a:t>qa</a:t>
            </a:r>
            <a:r>
              <a:rPr lang="en-US" dirty="0"/>
              <a:t>: </a:t>
            </a:r>
            <a:r>
              <a:rPr lang="en-US" dirty="0" err="1"/>
              <a:t>process.env.QA_BASE_URL</a:t>
            </a:r>
            <a:r>
              <a:rPr lang="en-US" dirty="0"/>
              <a:t>,</a:t>
            </a:r>
          </a:p>
          <a:p>
            <a:r>
              <a:rPr lang="en-US" dirty="0"/>
              <a:t>  sit: </a:t>
            </a:r>
            <a:r>
              <a:rPr lang="en-US" dirty="0" err="1"/>
              <a:t>process.env.SIT_BASE_URL</a:t>
            </a:r>
            <a:r>
              <a:rPr lang="en-US" dirty="0"/>
              <a:t>,</a:t>
            </a:r>
          </a:p>
          <a:p>
            <a:r>
              <a:rPr lang="en-US" dirty="0"/>
              <a:t>};</a:t>
            </a:r>
            <a:br>
              <a:rPr lang="en-US" dirty="0"/>
            </a:br>
            <a:r>
              <a:rPr lang="en-US" dirty="0"/>
              <a:t>const </a:t>
            </a:r>
            <a:r>
              <a:rPr lang="en-US" dirty="0" err="1"/>
              <a:t>baseURL</a:t>
            </a:r>
            <a:r>
              <a:rPr lang="en-US" dirty="0"/>
              <a:t> = </a:t>
            </a:r>
            <a:r>
              <a:rPr lang="en-US" dirty="0" err="1"/>
              <a:t>environmentUrls</a:t>
            </a:r>
            <a:r>
              <a:rPr lang="en-US" dirty="0"/>
              <a:t>[environment];</a:t>
            </a:r>
          </a:p>
          <a:p>
            <a:br>
              <a:rPr lang="en-US" dirty="0"/>
            </a:br>
            <a:endParaRPr lang="en-US" dirty="0"/>
          </a:p>
          <a:p>
            <a:r>
              <a:rPr lang="en-US" dirty="0"/>
              <a:t>if (!</a:t>
            </a:r>
            <a:r>
              <a:rPr lang="en-US" dirty="0" err="1"/>
              <a:t>baseURL</a:t>
            </a:r>
            <a:r>
              <a:rPr lang="en-US" dirty="0"/>
              <a:t>) {</a:t>
            </a:r>
          </a:p>
          <a:p>
            <a:r>
              <a:rPr lang="en-US" dirty="0"/>
              <a:t>  throw new Error(</a:t>
            </a:r>
          </a:p>
          <a:p>
            <a:r>
              <a:rPr lang="en-US" dirty="0"/>
              <a:t>    `Invalid TEST_ENV="${environment}". Use </a:t>
            </a:r>
            <a:r>
              <a:rPr lang="en-US" dirty="0" err="1"/>
              <a:t>qa</a:t>
            </a:r>
            <a:r>
              <a:rPr lang="en-US" dirty="0"/>
              <a:t>, sit, or </a:t>
            </a:r>
            <a:r>
              <a:rPr lang="en-US" dirty="0" err="1"/>
              <a:t>uat</a:t>
            </a:r>
            <a:r>
              <a:rPr lang="en-US" dirty="0"/>
              <a:t>.`</a:t>
            </a:r>
          </a:p>
          <a:p>
            <a:r>
              <a:rPr lang="en-US" dirty="0"/>
              <a:t>  );</a:t>
            </a:r>
          </a:p>
          <a:p>
            <a:endParaRPr lang="en-US" dirty="0"/>
          </a:p>
          <a:p>
            <a:pPr algn="ctr"/>
            <a:endParaRPr lang="en-US" dirty="0"/>
          </a:p>
        </p:txBody>
      </p:sp>
      <p:sp>
        <p:nvSpPr>
          <p:cNvPr id="3" name="Rectangle 2">
            <a:extLst>
              <a:ext uri="{FF2B5EF4-FFF2-40B4-BE49-F238E27FC236}">
                <a16:creationId xmlns:a16="http://schemas.microsoft.com/office/drawing/2014/main" id="{20A2C7DF-0D9B-6F7A-3F1D-E4197D68FC32}"/>
              </a:ext>
            </a:extLst>
          </p:cNvPr>
          <p:cNvSpPr/>
          <p:nvPr/>
        </p:nvSpPr>
        <p:spPr>
          <a:xfrm>
            <a:off x="420624" y="256032"/>
            <a:ext cx="9957816" cy="5303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Dot env file creation for </a:t>
            </a:r>
            <a:r>
              <a:rPr lang="en-US" dirty="0" err="1"/>
              <a:t>environement</a:t>
            </a:r>
            <a:endParaRPr lang="en-US" dirty="0"/>
          </a:p>
          <a:p>
            <a:pPr algn="ctr"/>
            <a:endParaRPr lang="en-US" dirty="0"/>
          </a:p>
        </p:txBody>
      </p:sp>
    </p:spTree>
    <p:extLst>
      <p:ext uri="{BB962C8B-B14F-4D97-AF65-F5344CB8AC3E}">
        <p14:creationId xmlns:p14="http://schemas.microsoft.com/office/powerpoint/2010/main" val="1434578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CEEF4A-562B-BAD5-FACB-9661681CA953}"/>
              </a:ext>
            </a:extLst>
          </p:cNvPr>
          <p:cNvSpPr/>
          <p:nvPr/>
        </p:nvSpPr>
        <p:spPr>
          <a:xfrm>
            <a:off x="996696" y="210312"/>
            <a:ext cx="9171432" cy="4754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Playwright.config.js  </a:t>
            </a:r>
          </a:p>
        </p:txBody>
      </p:sp>
      <p:sp>
        <p:nvSpPr>
          <p:cNvPr id="4" name="Rectangle 3">
            <a:extLst>
              <a:ext uri="{FF2B5EF4-FFF2-40B4-BE49-F238E27FC236}">
                <a16:creationId xmlns:a16="http://schemas.microsoft.com/office/drawing/2014/main" id="{BC0E0F5D-3F59-46F1-9EE9-5218307DCA10}"/>
              </a:ext>
            </a:extLst>
          </p:cNvPr>
          <p:cNvSpPr/>
          <p:nvPr/>
        </p:nvSpPr>
        <p:spPr>
          <a:xfrm>
            <a:off x="996696" y="1158240"/>
            <a:ext cx="4782312" cy="4754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import { </a:t>
            </a:r>
            <a:r>
              <a:rPr lang="en-US" dirty="0" err="1"/>
              <a:t>defineConfig</a:t>
            </a:r>
            <a:r>
              <a:rPr lang="en-US" dirty="0"/>
              <a:t> } from '@playwright/test';</a:t>
            </a:r>
          </a:p>
        </p:txBody>
      </p:sp>
      <p:sp>
        <p:nvSpPr>
          <p:cNvPr id="5" name="Rectangle 4">
            <a:extLst>
              <a:ext uri="{FF2B5EF4-FFF2-40B4-BE49-F238E27FC236}">
                <a16:creationId xmlns:a16="http://schemas.microsoft.com/office/drawing/2014/main" id="{706C0D9E-498A-B5AC-25B7-0CF1ABF2C5B5}"/>
              </a:ext>
            </a:extLst>
          </p:cNvPr>
          <p:cNvSpPr/>
          <p:nvPr/>
        </p:nvSpPr>
        <p:spPr>
          <a:xfrm>
            <a:off x="6519672" y="1158240"/>
            <a:ext cx="5010912" cy="26365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r>
              <a:rPr lang="en-US" dirty="0"/>
              <a:t>@playwright/test package-la </a:t>
            </a:r>
            <a:r>
              <a:rPr lang="en-US" dirty="0" err="1"/>
              <a:t>irundhu</a:t>
            </a:r>
            <a:r>
              <a:rPr lang="en-US" dirty="0"/>
              <a:t> </a:t>
            </a:r>
            <a:r>
              <a:rPr lang="en-US" dirty="0" err="1"/>
              <a:t>defineConfig</a:t>
            </a:r>
            <a:r>
              <a:rPr lang="en-US" dirty="0"/>
              <a:t> function-ah import </a:t>
            </a:r>
            <a:r>
              <a:rPr lang="en-US" dirty="0" err="1"/>
              <a:t>panrom</a:t>
            </a:r>
            <a:r>
              <a:rPr lang="en-US" dirty="0"/>
              <a:t>.</a:t>
            </a:r>
          </a:p>
          <a:p>
            <a:pPr lvl="0"/>
            <a:r>
              <a:rPr lang="en-US" dirty="0"/>
              <a:t>Configuration object-ah organize </a:t>
            </a:r>
            <a:r>
              <a:rPr lang="en-US" dirty="0" err="1"/>
              <a:t>pannavum</a:t>
            </a:r>
            <a:r>
              <a:rPr lang="en-US" dirty="0"/>
              <a:t>, editor-la configuration options-</a:t>
            </a:r>
            <a:r>
              <a:rPr lang="en-US" dirty="0" err="1"/>
              <a:t>ku</a:t>
            </a:r>
            <a:r>
              <a:rPr lang="en-US" dirty="0"/>
              <a:t> better validation/autocomplete </a:t>
            </a:r>
            <a:r>
              <a:rPr lang="en-US" dirty="0" err="1"/>
              <a:t>kidaikkavum</a:t>
            </a:r>
            <a:r>
              <a:rPr lang="en-US" dirty="0"/>
              <a:t> help </a:t>
            </a:r>
            <a:r>
              <a:rPr lang="en-US" dirty="0" err="1"/>
              <a:t>pannum</a:t>
            </a:r>
            <a:r>
              <a:rPr lang="en-US" dirty="0"/>
              <a:t>.</a:t>
            </a:r>
          </a:p>
          <a:p>
            <a:pPr lvl="0"/>
            <a:r>
              <a:rPr lang="en-US" dirty="0" err="1"/>
              <a:t>Idhu</a:t>
            </a:r>
            <a:r>
              <a:rPr lang="en-US" dirty="0"/>
              <a:t> test execute panna use </a:t>
            </a:r>
            <a:r>
              <a:rPr lang="en-US" dirty="0" err="1"/>
              <a:t>aagura</a:t>
            </a:r>
            <a:r>
              <a:rPr lang="en-US" dirty="0"/>
              <a:t> command </a:t>
            </a:r>
            <a:r>
              <a:rPr lang="en-US" dirty="0" err="1"/>
              <a:t>illa</a:t>
            </a:r>
            <a:r>
              <a:rPr lang="en-US" dirty="0"/>
              <a:t>; configuration define panna use </a:t>
            </a:r>
            <a:r>
              <a:rPr lang="en-US" dirty="0" err="1"/>
              <a:t>aagum</a:t>
            </a:r>
            <a:r>
              <a:rPr lang="en-US" dirty="0"/>
              <a:t>.</a:t>
            </a:r>
          </a:p>
          <a:p>
            <a:pPr algn="ctr"/>
            <a:endParaRPr lang="en-US" dirty="0"/>
          </a:p>
        </p:txBody>
      </p:sp>
      <p:cxnSp>
        <p:nvCxnSpPr>
          <p:cNvPr id="9" name="Straight Arrow Connector 8">
            <a:extLst>
              <a:ext uri="{FF2B5EF4-FFF2-40B4-BE49-F238E27FC236}">
                <a16:creationId xmlns:a16="http://schemas.microsoft.com/office/drawing/2014/main" id="{E41613BD-9703-CE48-4AFA-20FA94EBA295}"/>
              </a:ext>
            </a:extLst>
          </p:cNvPr>
          <p:cNvCxnSpPr>
            <a:stCxn id="4" idx="3"/>
            <a:endCxn id="5" idx="1"/>
          </p:cNvCxnSpPr>
          <p:nvPr/>
        </p:nvCxnSpPr>
        <p:spPr>
          <a:xfrm>
            <a:off x="5779008" y="1395984"/>
            <a:ext cx="740664" cy="10805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EDE780E3-954F-7C77-D9E1-0B0C1E37D72E}"/>
              </a:ext>
            </a:extLst>
          </p:cNvPr>
          <p:cNvSpPr/>
          <p:nvPr/>
        </p:nvSpPr>
        <p:spPr>
          <a:xfrm>
            <a:off x="6519672" y="4136136"/>
            <a:ext cx="5010912" cy="15636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dotenv</a:t>
            </a:r>
            <a:r>
              <a:rPr lang="en-US" dirty="0"/>
              <a:t> package .env file-la </a:t>
            </a:r>
            <a:r>
              <a:rPr lang="en-US" dirty="0" err="1"/>
              <a:t>irukkura</a:t>
            </a:r>
            <a:r>
              <a:rPr lang="en-US" dirty="0"/>
              <a:t> values-ah read panni </a:t>
            </a:r>
            <a:r>
              <a:rPr lang="en-US" dirty="0" err="1"/>
              <a:t>process.env</a:t>
            </a:r>
            <a:r>
              <a:rPr lang="en-US" dirty="0"/>
              <a:t> </a:t>
            </a:r>
            <a:r>
              <a:rPr lang="en-US" dirty="0" err="1"/>
              <a:t>moolama</a:t>
            </a:r>
            <a:r>
              <a:rPr lang="en-US" dirty="0"/>
              <a:t> access panna help </a:t>
            </a:r>
            <a:r>
              <a:rPr lang="en-US" dirty="0" err="1"/>
              <a:t>pannum</a:t>
            </a:r>
            <a:r>
              <a:rPr lang="en-US" dirty="0"/>
              <a:t>.</a:t>
            </a:r>
          </a:p>
        </p:txBody>
      </p:sp>
      <p:sp>
        <p:nvSpPr>
          <p:cNvPr id="13" name="Rectangle 12">
            <a:extLst>
              <a:ext uri="{FF2B5EF4-FFF2-40B4-BE49-F238E27FC236}">
                <a16:creationId xmlns:a16="http://schemas.microsoft.com/office/drawing/2014/main" id="{92A8B40C-F56C-BC47-2759-9CF649D45C68}"/>
              </a:ext>
            </a:extLst>
          </p:cNvPr>
          <p:cNvSpPr/>
          <p:nvPr/>
        </p:nvSpPr>
        <p:spPr>
          <a:xfrm>
            <a:off x="1149096" y="3968496"/>
            <a:ext cx="4782312" cy="10805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import </a:t>
            </a:r>
            <a:r>
              <a:rPr lang="en-US" dirty="0" err="1"/>
              <a:t>dotenv</a:t>
            </a:r>
            <a:r>
              <a:rPr lang="en-US" dirty="0"/>
              <a:t> from '</a:t>
            </a:r>
            <a:r>
              <a:rPr lang="en-US" dirty="0" err="1"/>
              <a:t>dotenv</a:t>
            </a:r>
            <a:r>
              <a:rPr lang="en-US" dirty="0"/>
              <a:t>';</a:t>
            </a:r>
          </a:p>
          <a:p>
            <a:pPr algn="ctr"/>
            <a:endParaRPr lang="en-US" dirty="0"/>
          </a:p>
          <a:p>
            <a:pPr algn="ctr"/>
            <a:r>
              <a:rPr lang="en-US" dirty="0" err="1"/>
              <a:t>dotenv.config</a:t>
            </a:r>
            <a:r>
              <a:rPr lang="en-US" dirty="0"/>
              <a:t>();</a:t>
            </a:r>
          </a:p>
        </p:txBody>
      </p:sp>
    </p:spTree>
    <p:extLst>
      <p:ext uri="{BB962C8B-B14F-4D97-AF65-F5344CB8AC3E}">
        <p14:creationId xmlns:p14="http://schemas.microsoft.com/office/powerpoint/2010/main" val="3909888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14736B-2DC9-E814-9871-3037AD33207C}"/>
              </a:ext>
            </a:extLst>
          </p:cNvPr>
          <p:cNvSpPr/>
          <p:nvPr/>
        </p:nvSpPr>
        <p:spPr>
          <a:xfrm>
            <a:off x="996696" y="210312"/>
            <a:ext cx="9171432" cy="4754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Playwright.config.js cont..</a:t>
            </a:r>
          </a:p>
        </p:txBody>
      </p:sp>
      <p:sp>
        <p:nvSpPr>
          <p:cNvPr id="4" name="Rectangle 3">
            <a:extLst>
              <a:ext uri="{FF2B5EF4-FFF2-40B4-BE49-F238E27FC236}">
                <a16:creationId xmlns:a16="http://schemas.microsoft.com/office/drawing/2014/main" id="{E55345FC-60FE-AD97-28A6-BEFFE04446A6}"/>
              </a:ext>
            </a:extLst>
          </p:cNvPr>
          <p:cNvSpPr/>
          <p:nvPr/>
        </p:nvSpPr>
        <p:spPr>
          <a:xfrm>
            <a:off x="996696" y="1106424"/>
            <a:ext cx="3401568" cy="11612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const headless = </a:t>
            </a:r>
            <a:r>
              <a:rPr lang="en-US" dirty="0" err="1"/>
              <a:t>process.env.HEADLESS</a:t>
            </a:r>
            <a:r>
              <a:rPr lang="en-US" dirty="0"/>
              <a:t> === 'true';</a:t>
            </a:r>
          </a:p>
        </p:txBody>
      </p:sp>
      <p:sp>
        <p:nvSpPr>
          <p:cNvPr id="9" name="Rectangle 8">
            <a:extLst>
              <a:ext uri="{FF2B5EF4-FFF2-40B4-BE49-F238E27FC236}">
                <a16:creationId xmlns:a16="http://schemas.microsoft.com/office/drawing/2014/main" id="{7BB7028A-FB0A-F233-61A4-2F292E0800EC}"/>
              </a:ext>
            </a:extLst>
          </p:cNvPr>
          <p:cNvSpPr/>
          <p:nvPr/>
        </p:nvSpPr>
        <p:spPr>
          <a:xfrm>
            <a:off x="5980176" y="1188720"/>
            <a:ext cx="5349240" cy="56052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dirty="0"/>
              <a:t>Example: local debugging-</a:t>
            </a:r>
            <a:r>
              <a:rPr lang="en-US" dirty="0" err="1"/>
              <a:t>ku</a:t>
            </a:r>
            <a:r>
              <a:rPr lang="en-US" dirty="0"/>
              <a:t> HEADLESS=false use </a:t>
            </a:r>
            <a:r>
              <a:rPr lang="en-US" dirty="0" err="1"/>
              <a:t>pannalaam</a:t>
            </a:r>
            <a:r>
              <a:rPr lang="en-US" dirty="0"/>
              <a:t>. Jenkins-la browser visible-ah </a:t>
            </a:r>
            <a:r>
              <a:rPr lang="en-US" dirty="0" err="1"/>
              <a:t>irukka</a:t>
            </a:r>
            <a:r>
              <a:rPr lang="en-US" dirty="0"/>
              <a:t> </a:t>
            </a:r>
          </a:p>
          <a:p>
            <a:pPr algn="ctr"/>
            <a:r>
              <a:rPr lang="en-US" dirty="0" err="1"/>
              <a:t>vendiya</a:t>
            </a:r>
            <a:r>
              <a:rPr lang="en-US" dirty="0"/>
              <a:t> </a:t>
            </a:r>
            <a:r>
              <a:rPr lang="en-US" dirty="0" err="1"/>
              <a:t>avasiyam</a:t>
            </a:r>
            <a:r>
              <a:rPr lang="en-US" dirty="0"/>
              <a:t> </a:t>
            </a:r>
            <a:r>
              <a:rPr lang="en-US" dirty="0" err="1"/>
              <a:t>illaina</a:t>
            </a:r>
            <a:r>
              <a:rPr lang="en-US" dirty="0"/>
              <a:t> HEADLESS=true use </a:t>
            </a:r>
            <a:r>
              <a:rPr lang="en-US" dirty="0" err="1"/>
              <a:t>pannalaam</a:t>
            </a:r>
            <a:r>
              <a:rPr lang="en-US" dirty="0"/>
              <a:t>.</a:t>
            </a:r>
            <a:br>
              <a:rPr lang="en-US" dirty="0"/>
            </a:br>
            <a:endParaRPr lang="en-US" dirty="0"/>
          </a:p>
        </p:txBody>
      </p:sp>
      <p:graphicFrame>
        <p:nvGraphicFramePr>
          <p:cNvPr id="10" name="Table 9">
            <a:extLst>
              <a:ext uri="{FF2B5EF4-FFF2-40B4-BE49-F238E27FC236}">
                <a16:creationId xmlns:a16="http://schemas.microsoft.com/office/drawing/2014/main" id="{F098812F-0DA0-C62C-79B2-B2491800CE81}"/>
              </a:ext>
            </a:extLst>
          </p:cNvPr>
          <p:cNvGraphicFramePr>
            <a:graphicFrameLocks noGrp="1"/>
          </p:cNvGraphicFramePr>
          <p:nvPr>
            <p:extLst>
              <p:ext uri="{D42A27DB-BD31-4B8C-83A1-F6EECF244321}">
                <p14:modId xmlns:p14="http://schemas.microsoft.com/office/powerpoint/2010/main" val="883430262"/>
              </p:ext>
            </p:extLst>
          </p:nvPr>
        </p:nvGraphicFramePr>
        <p:xfrm>
          <a:off x="6096000" y="1431036"/>
          <a:ext cx="5233416" cy="2560320"/>
        </p:xfrm>
        <a:graphic>
          <a:graphicData uri="http://schemas.openxmlformats.org/drawingml/2006/table">
            <a:tbl>
              <a:tblPr>
                <a:tableStyleId>{5C22544A-7EE6-4342-B048-85BDC9FD1C3A}</a:tableStyleId>
              </a:tblPr>
              <a:tblGrid>
                <a:gridCol w="2616708">
                  <a:extLst>
                    <a:ext uri="{9D8B030D-6E8A-4147-A177-3AD203B41FA5}">
                      <a16:colId xmlns:a16="http://schemas.microsoft.com/office/drawing/2014/main" val="2812020134"/>
                    </a:ext>
                  </a:extLst>
                </a:gridCol>
                <a:gridCol w="2616708">
                  <a:extLst>
                    <a:ext uri="{9D8B030D-6E8A-4147-A177-3AD203B41FA5}">
                      <a16:colId xmlns:a16="http://schemas.microsoft.com/office/drawing/2014/main" val="1934111510"/>
                    </a:ext>
                  </a:extLst>
                </a:gridCol>
              </a:tblGrid>
              <a:tr h="0">
                <a:tc>
                  <a:txBody>
                    <a:bodyPr/>
                    <a:lstStyle/>
                    <a:p>
                      <a:pPr>
                        <a:buNone/>
                      </a:pPr>
                      <a:r>
                        <a:rPr lang="en-US" dirty="0"/>
                        <a:t>.env value</a:t>
                      </a:r>
                    </a:p>
                  </a:txBody>
                  <a:tcPr anchor="ctr"/>
                </a:tc>
                <a:tc>
                  <a:txBody>
                    <a:bodyPr/>
                    <a:lstStyle/>
                    <a:p>
                      <a:pPr>
                        <a:buNone/>
                      </a:pPr>
                      <a:r>
                        <a:rPr lang="en-US"/>
                        <a:t>Result</a:t>
                      </a:r>
                    </a:p>
                  </a:txBody>
                  <a:tcPr anchor="ctr"/>
                </a:tc>
                <a:extLst>
                  <a:ext uri="{0D108BD9-81ED-4DB2-BD59-A6C34878D82A}">
                    <a16:rowId xmlns:a16="http://schemas.microsoft.com/office/drawing/2014/main" val="4020848132"/>
                  </a:ext>
                </a:extLst>
              </a:tr>
              <a:tr h="0">
                <a:tc>
                  <a:txBody>
                    <a:bodyPr/>
                    <a:lstStyle/>
                    <a:p>
                      <a:pPr>
                        <a:buNone/>
                      </a:pPr>
                      <a:r>
                        <a:rPr lang="en-US"/>
                        <a:t>HEADLESS=true</a:t>
                      </a:r>
                    </a:p>
                  </a:txBody>
                  <a:tcPr anchor="ctr"/>
                </a:tc>
                <a:tc>
                  <a:txBody>
                    <a:bodyPr/>
                    <a:lstStyle/>
                    <a:p>
                      <a:pPr>
                        <a:buNone/>
                      </a:pPr>
                      <a:r>
                        <a:rPr lang="en-US"/>
                        <a:t>Browser UI theriyama background-la run aagum</a:t>
                      </a:r>
                    </a:p>
                  </a:txBody>
                  <a:tcPr anchor="ctr"/>
                </a:tc>
                <a:extLst>
                  <a:ext uri="{0D108BD9-81ED-4DB2-BD59-A6C34878D82A}">
                    <a16:rowId xmlns:a16="http://schemas.microsoft.com/office/drawing/2014/main" val="1025236768"/>
                  </a:ext>
                </a:extLst>
              </a:tr>
              <a:tr h="0">
                <a:tc>
                  <a:txBody>
                    <a:bodyPr/>
                    <a:lstStyle/>
                    <a:p>
                      <a:pPr>
                        <a:buNone/>
                      </a:pPr>
                      <a:r>
                        <a:rPr lang="en-US" dirty="0"/>
                        <a:t>HEADLESS=false</a:t>
                      </a:r>
                    </a:p>
                  </a:txBody>
                  <a:tcPr anchor="ctr"/>
                </a:tc>
                <a:tc>
                  <a:txBody>
                    <a:bodyPr/>
                    <a:lstStyle/>
                    <a:p>
                      <a:pPr>
                        <a:buNone/>
                      </a:pPr>
                      <a:r>
                        <a:rPr lang="en-US"/>
                        <a:t>Browser UI visible-ah open aagum</a:t>
                      </a:r>
                    </a:p>
                  </a:txBody>
                  <a:tcPr anchor="ctr"/>
                </a:tc>
                <a:extLst>
                  <a:ext uri="{0D108BD9-81ED-4DB2-BD59-A6C34878D82A}">
                    <a16:rowId xmlns:a16="http://schemas.microsoft.com/office/drawing/2014/main" val="2850420012"/>
                  </a:ext>
                </a:extLst>
              </a:tr>
              <a:tr h="0">
                <a:tc>
                  <a:txBody>
                    <a:bodyPr/>
                    <a:lstStyle/>
                    <a:p>
                      <a:pPr>
                        <a:buNone/>
                      </a:pPr>
                      <a:r>
                        <a:rPr lang="en-US" dirty="0"/>
                        <a:t>Variable missing</a:t>
                      </a:r>
                    </a:p>
                  </a:txBody>
                  <a:tcPr anchor="ctr"/>
                </a:tc>
                <a:tc>
                  <a:txBody>
                    <a:bodyPr/>
                    <a:lstStyle/>
                    <a:p>
                      <a:pPr>
                        <a:buNone/>
                      </a:pPr>
                      <a:r>
                        <a:rPr lang="en-US" dirty="0"/>
                        <a:t>false; browser visible-ah open </a:t>
                      </a:r>
                      <a:r>
                        <a:rPr lang="en-US" dirty="0" err="1"/>
                        <a:t>aagum</a:t>
                      </a:r>
                      <a:endParaRPr lang="en-US" dirty="0"/>
                    </a:p>
                  </a:txBody>
                  <a:tcPr anchor="ctr"/>
                </a:tc>
                <a:extLst>
                  <a:ext uri="{0D108BD9-81ED-4DB2-BD59-A6C34878D82A}">
                    <a16:rowId xmlns:a16="http://schemas.microsoft.com/office/drawing/2014/main" val="231931987"/>
                  </a:ext>
                </a:extLst>
              </a:tr>
            </a:tbl>
          </a:graphicData>
        </a:graphic>
      </p:graphicFrame>
      <p:cxnSp>
        <p:nvCxnSpPr>
          <p:cNvPr id="12" name="Straight Arrow Connector 11">
            <a:extLst>
              <a:ext uri="{FF2B5EF4-FFF2-40B4-BE49-F238E27FC236}">
                <a16:creationId xmlns:a16="http://schemas.microsoft.com/office/drawing/2014/main" id="{F6EF1C5E-CF4F-595C-D391-2F8DD3F407D7}"/>
              </a:ext>
            </a:extLst>
          </p:cNvPr>
          <p:cNvCxnSpPr>
            <a:stCxn id="4" idx="3"/>
            <a:endCxn id="9" idx="1"/>
          </p:cNvCxnSpPr>
          <p:nvPr/>
        </p:nvCxnSpPr>
        <p:spPr>
          <a:xfrm>
            <a:off x="4398264" y="1687068"/>
            <a:ext cx="1581912" cy="23042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4C0AE38A-E818-38BE-C7ED-9347660D9704}"/>
              </a:ext>
            </a:extLst>
          </p:cNvPr>
          <p:cNvSpPr/>
          <p:nvPr/>
        </p:nvSpPr>
        <p:spPr>
          <a:xfrm>
            <a:off x="996696" y="2839212"/>
            <a:ext cx="3401568" cy="12481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const environment = (</a:t>
            </a:r>
            <a:r>
              <a:rPr lang="en-US" dirty="0" err="1"/>
              <a:t>process.env.TEST_ENV</a:t>
            </a:r>
            <a:r>
              <a:rPr lang="en-US" dirty="0"/>
              <a:t> || '</a:t>
            </a:r>
            <a:r>
              <a:rPr lang="en-US" dirty="0" err="1"/>
              <a:t>qa</a:t>
            </a:r>
            <a:r>
              <a:rPr lang="en-US" dirty="0"/>
              <a:t>').</a:t>
            </a:r>
            <a:r>
              <a:rPr lang="en-US" dirty="0" err="1"/>
              <a:t>toLowerCase</a:t>
            </a:r>
            <a:r>
              <a:rPr lang="en-US" dirty="0"/>
              <a:t>();</a:t>
            </a:r>
          </a:p>
        </p:txBody>
      </p:sp>
      <p:sp>
        <p:nvSpPr>
          <p:cNvPr id="14" name="Rectangle 13">
            <a:extLst>
              <a:ext uri="{FF2B5EF4-FFF2-40B4-BE49-F238E27FC236}">
                <a16:creationId xmlns:a16="http://schemas.microsoft.com/office/drawing/2014/main" id="{093C564C-0391-FE56-A60C-11E65125EBC5}"/>
              </a:ext>
            </a:extLst>
          </p:cNvPr>
          <p:cNvSpPr/>
          <p:nvPr/>
        </p:nvSpPr>
        <p:spPr>
          <a:xfrm>
            <a:off x="996696" y="4809744"/>
            <a:ext cx="4718304" cy="19842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r>
              <a:rPr lang="en-US" dirty="0" err="1"/>
              <a:t>process.env.TEST_ENV</a:t>
            </a:r>
            <a:r>
              <a:rPr lang="en-US" dirty="0"/>
              <a:t> — .env-la </a:t>
            </a:r>
            <a:r>
              <a:rPr lang="en-US" dirty="0" err="1"/>
              <a:t>neenga</a:t>
            </a:r>
            <a:r>
              <a:rPr lang="en-US" dirty="0"/>
              <a:t> select panna environment.</a:t>
            </a:r>
          </a:p>
          <a:p>
            <a:pPr lvl="0"/>
            <a:r>
              <a:rPr lang="en-US" dirty="0"/>
              <a:t>|| '</a:t>
            </a:r>
            <a:r>
              <a:rPr lang="en-US" dirty="0" err="1"/>
              <a:t>qa</a:t>
            </a:r>
            <a:r>
              <a:rPr lang="en-US" dirty="0"/>
              <a:t>' — TEST_ENV value missing-aa or empty-aa </a:t>
            </a:r>
            <a:r>
              <a:rPr lang="en-US" dirty="0" err="1"/>
              <a:t>irundha</a:t>
            </a:r>
            <a:r>
              <a:rPr lang="en-US" dirty="0"/>
              <a:t> default-ah </a:t>
            </a:r>
            <a:r>
              <a:rPr lang="en-US" dirty="0" err="1"/>
              <a:t>qa</a:t>
            </a:r>
            <a:r>
              <a:rPr lang="en-US" dirty="0"/>
              <a:t> select </a:t>
            </a:r>
            <a:r>
              <a:rPr lang="en-US" dirty="0" err="1"/>
              <a:t>pannum</a:t>
            </a:r>
            <a:r>
              <a:rPr lang="en-US" dirty="0"/>
              <a:t>.</a:t>
            </a:r>
          </a:p>
          <a:p>
            <a:pPr lvl="0"/>
            <a:r>
              <a:rPr lang="en-US" dirty="0"/>
              <a:t>.</a:t>
            </a:r>
            <a:r>
              <a:rPr lang="en-US" dirty="0" err="1"/>
              <a:t>toLowerCase</a:t>
            </a:r>
            <a:r>
              <a:rPr lang="en-US" dirty="0"/>
              <a:t>() — QA, </a:t>
            </a:r>
            <a:r>
              <a:rPr lang="en-US" dirty="0" err="1"/>
              <a:t>Qa</a:t>
            </a:r>
            <a:r>
              <a:rPr lang="en-US" dirty="0"/>
              <a:t>, </a:t>
            </a:r>
            <a:r>
              <a:rPr lang="en-US" dirty="0" err="1"/>
              <a:t>qa</a:t>
            </a:r>
            <a:r>
              <a:rPr lang="en-US" dirty="0"/>
              <a:t> </a:t>
            </a:r>
            <a:r>
              <a:rPr lang="en-US" dirty="0" err="1"/>
              <a:t>ellathayum</a:t>
            </a:r>
            <a:r>
              <a:rPr lang="en-US" dirty="0"/>
              <a:t> </a:t>
            </a:r>
            <a:r>
              <a:rPr lang="en-US" dirty="0" err="1"/>
              <a:t>qa</a:t>
            </a:r>
            <a:r>
              <a:rPr lang="en-US" dirty="0"/>
              <a:t>-nu normalize </a:t>
            </a:r>
            <a:r>
              <a:rPr lang="en-US" dirty="0" err="1"/>
              <a:t>pannum</a:t>
            </a:r>
            <a:endParaRPr lang="en-US" dirty="0"/>
          </a:p>
          <a:p>
            <a:pPr algn="ctr"/>
            <a:endParaRPr lang="en-US" dirty="0"/>
          </a:p>
        </p:txBody>
      </p:sp>
      <p:cxnSp>
        <p:nvCxnSpPr>
          <p:cNvPr id="16" name="Straight Arrow Connector 15">
            <a:extLst>
              <a:ext uri="{FF2B5EF4-FFF2-40B4-BE49-F238E27FC236}">
                <a16:creationId xmlns:a16="http://schemas.microsoft.com/office/drawing/2014/main" id="{E916B029-2EEF-CAE3-7E9C-6105F571415B}"/>
              </a:ext>
            </a:extLst>
          </p:cNvPr>
          <p:cNvCxnSpPr>
            <a:stCxn id="13" idx="2"/>
            <a:endCxn id="14" idx="0"/>
          </p:cNvCxnSpPr>
          <p:nvPr/>
        </p:nvCxnSpPr>
        <p:spPr>
          <a:xfrm>
            <a:off x="2697480" y="4087368"/>
            <a:ext cx="658368" cy="7223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9073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CCF827-928D-0D03-0AD3-197AC7E6D99C}"/>
              </a:ext>
            </a:extLst>
          </p:cNvPr>
          <p:cNvSpPr/>
          <p:nvPr/>
        </p:nvSpPr>
        <p:spPr>
          <a:xfrm>
            <a:off x="0" y="0"/>
            <a:ext cx="6830568" cy="685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import { </a:t>
            </a:r>
            <a:r>
              <a:rPr lang="en-US" sz="1600" dirty="0" err="1"/>
              <a:t>defineConfig</a:t>
            </a:r>
            <a:r>
              <a:rPr lang="en-US" sz="1600" dirty="0"/>
              <a:t> } from '@playwright/test';</a:t>
            </a:r>
          </a:p>
          <a:p>
            <a:pPr algn="ctr"/>
            <a:endParaRPr lang="en-US" sz="1600" dirty="0"/>
          </a:p>
          <a:p>
            <a:pPr algn="ctr"/>
            <a:r>
              <a:rPr lang="en-US" sz="1600" dirty="0"/>
              <a:t>const </a:t>
            </a:r>
            <a:r>
              <a:rPr lang="en-US" sz="1600" dirty="0" err="1"/>
              <a:t>environmentUrls</a:t>
            </a:r>
            <a:r>
              <a:rPr lang="en-US" sz="1600" dirty="0"/>
              <a:t> = {</a:t>
            </a:r>
          </a:p>
          <a:p>
            <a:pPr algn="ctr"/>
            <a:r>
              <a:rPr lang="en-US" sz="1600" dirty="0"/>
              <a:t>  </a:t>
            </a:r>
            <a:r>
              <a:rPr lang="en-US" sz="1600" dirty="0" err="1"/>
              <a:t>qa</a:t>
            </a:r>
            <a:r>
              <a:rPr lang="en-US" sz="1600" dirty="0"/>
              <a:t>: </a:t>
            </a:r>
            <a:r>
              <a:rPr lang="en-US" sz="1600" dirty="0" err="1"/>
              <a:t>process.env.QA_BASE_URL</a:t>
            </a:r>
            <a:r>
              <a:rPr lang="en-US" sz="1600" dirty="0"/>
              <a:t>,</a:t>
            </a:r>
          </a:p>
          <a:p>
            <a:pPr algn="ctr"/>
            <a:r>
              <a:rPr lang="en-US" sz="1600" dirty="0"/>
              <a:t>  sit: </a:t>
            </a:r>
            <a:r>
              <a:rPr lang="en-US" sz="1600" dirty="0" err="1"/>
              <a:t>process.env.SIT_BASE_URL</a:t>
            </a:r>
            <a:r>
              <a:rPr lang="en-US" sz="1600" dirty="0"/>
              <a:t>,</a:t>
            </a:r>
          </a:p>
          <a:p>
            <a:pPr algn="ctr"/>
            <a:r>
              <a:rPr lang="en-US" sz="1600" dirty="0"/>
              <a:t>};</a:t>
            </a:r>
          </a:p>
          <a:p>
            <a:pPr algn="ctr"/>
            <a:endParaRPr lang="en-US" sz="1600" dirty="0"/>
          </a:p>
          <a:p>
            <a:pPr algn="ctr"/>
            <a:r>
              <a:rPr lang="en-US" sz="1600" dirty="0"/>
              <a:t>const </a:t>
            </a:r>
            <a:r>
              <a:rPr lang="en-US" sz="1600" dirty="0" err="1"/>
              <a:t>selectedEnvironment</a:t>
            </a:r>
            <a:r>
              <a:rPr lang="en-US" sz="1600" dirty="0"/>
              <a:t> =</a:t>
            </a:r>
          </a:p>
          <a:p>
            <a:pPr algn="ctr"/>
            <a:r>
              <a:rPr lang="en-US" sz="1600" dirty="0"/>
              <a:t>  </a:t>
            </a:r>
            <a:r>
              <a:rPr lang="en-US" sz="1600" dirty="0" err="1"/>
              <a:t>process.env.TEST_ENV</a:t>
            </a:r>
            <a:r>
              <a:rPr lang="en-US" sz="1600" dirty="0"/>
              <a:t> || '</a:t>
            </a:r>
            <a:r>
              <a:rPr lang="en-US" sz="1600" dirty="0" err="1"/>
              <a:t>qa</a:t>
            </a:r>
            <a:r>
              <a:rPr lang="en-US" sz="1600" dirty="0"/>
              <a:t>';</a:t>
            </a:r>
          </a:p>
          <a:p>
            <a:pPr algn="ctr"/>
            <a:endParaRPr lang="en-US" sz="1600" dirty="0"/>
          </a:p>
          <a:p>
            <a:pPr algn="ctr"/>
            <a:r>
              <a:rPr lang="en-US" sz="1600" dirty="0"/>
              <a:t>const </a:t>
            </a:r>
            <a:r>
              <a:rPr lang="en-US" sz="1600" dirty="0" err="1"/>
              <a:t>baseURL</a:t>
            </a:r>
            <a:r>
              <a:rPr lang="en-US" sz="1600" dirty="0"/>
              <a:t> = </a:t>
            </a:r>
            <a:r>
              <a:rPr lang="en-US" sz="1600" dirty="0" err="1"/>
              <a:t>environmentUrls</a:t>
            </a:r>
            <a:r>
              <a:rPr lang="en-US" sz="1600" dirty="0"/>
              <a:t>[</a:t>
            </a:r>
            <a:r>
              <a:rPr lang="en-US" sz="1600" dirty="0" err="1"/>
              <a:t>selectedEnvironment</a:t>
            </a:r>
            <a:r>
              <a:rPr lang="en-US" sz="1600" dirty="0"/>
              <a:t>];</a:t>
            </a:r>
          </a:p>
          <a:p>
            <a:pPr algn="ctr"/>
            <a:endParaRPr lang="en-US" sz="1600" dirty="0"/>
          </a:p>
          <a:p>
            <a:pPr algn="ctr"/>
            <a:r>
              <a:rPr lang="en-US" sz="1600" dirty="0"/>
              <a:t>if (!</a:t>
            </a:r>
            <a:r>
              <a:rPr lang="en-US" sz="1600" dirty="0" err="1"/>
              <a:t>baseURL</a:t>
            </a:r>
            <a:r>
              <a:rPr lang="en-US" sz="1600" dirty="0"/>
              <a:t>) {</a:t>
            </a:r>
          </a:p>
          <a:p>
            <a:pPr algn="ctr"/>
            <a:r>
              <a:rPr lang="en-US" sz="1600" dirty="0"/>
              <a:t>  throw new Error(</a:t>
            </a:r>
          </a:p>
          <a:p>
            <a:pPr algn="ctr"/>
            <a:r>
              <a:rPr lang="en-US" sz="1600" dirty="0"/>
              <a:t>    `Invalid environment: ${</a:t>
            </a:r>
            <a:r>
              <a:rPr lang="en-US" sz="1600" dirty="0" err="1"/>
              <a:t>selectedEnvironment</a:t>
            </a:r>
            <a:r>
              <a:rPr lang="en-US" sz="1600" dirty="0"/>
              <a:t>}`</a:t>
            </a:r>
          </a:p>
          <a:p>
            <a:pPr algn="ctr"/>
            <a:r>
              <a:rPr lang="en-US" sz="1600" dirty="0"/>
              <a:t>  );</a:t>
            </a:r>
          </a:p>
          <a:p>
            <a:pPr algn="ctr"/>
            <a:r>
              <a:rPr lang="en-US" sz="1600" dirty="0"/>
              <a:t>}</a:t>
            </a:r>
          </a:p>
          <a:p>
            <a:pPr algn="ctr"/>
            <a:endParaRPr lang="en-US" sz="1600" dirty="0"/>
          </a:p>
          <a:p>
            <a:pPr algn="ctr"/>
            <a:r>
              <a:rPr lang="en-US" sz="1600" dirty="0"/>
              <a:t>export default </a:t>
            </a:r>
            <a:r>
              <a:rPr lang="en-US" sz="1600" dirty="0" err="1"/>
              <a:t>defineConfig</a:t>
            </a:r>
            <a:r>
              <a:rPr lang="en-US" sz="1600" dirty="0"/>
              <a:t>({</a:t>
            </a:r>
          </a:p>
          <a:p>
            <a:pPr algn="ctr"/>
            <a:r>
              <a:rPr lang="en-US" sz="1600" dirty="0"/>
              <a:t>  </a:t>
            </a:r>
            <a:r>
              <a:rPr lang="en-US" sz="1600" dirty="0" err="1"/>
              <a:t>testDir</a:t>
            </a:r>
            <a:r>
              <a:rPr lang="en-US" sz="1600" dirty="0"/>
              <a:t>: './tests',</a:t>
            </a:r>
          </a:p>
          <a:p>
            <a:pPr algn="ctr"/>
            <a:endParaRPr lang="en-US" sz="1600" dirty="0"/>
          </a:p>
          <a:p>
            <a:pPr algn="ctr"/>
            <a:r>
              <a:rPr lang="en-US" sz="1600" dirty="0"/>
              <a:t>  use: {</a:t>
            </a:r>
          </a:p>
          <a:p>
            <a:pPr algn="ctr"/>
            <a:r>
              <a:rPr lang="en-US" sz="1600" dirty="0"/>
              <a:t>    </a:t>
            </a:r>
            <a:r>
              <a:rPr lang="en-US" sz="1600" dirty="0" err="1"/>
              <a:t>baseURL</a:t>
            </a:r>
            <a:r>
              <a:rPr lang="en-US" sz="1600" dirty="0"/>
              <a:t>,</a:t>
            </a:r>
          </a:p>
          <a:p>
            <a:pPr algn="ctr"/>
            <a:r>
              <a:rPr lang="en-US" sz="1600" dirty="0"/>
              <a:t>    headless: true,</a:t>
            </a:r>
          </a:p>
          <a:p>
            <a:pPr algn="ctr"/>
            <a:r>
              <a:rPr lang="en-US" sz="1600" dirty="0"/>
              <a:t>  },</a:t>
            </a:r>
          </a:p>
          <a:p>
            <a:pPr algn="ctr"/>
            <a:r>
              <a:rPr lang="en-US" sz="1600" dirty="0"/>
              <a:t>});</a:t>
            </a:r>
          </a:p>
        </p:txBody>
      </p:sp>
      <p:sp>
        <p:nvSpPr>
          <p:cNvPr id="3" name="Rectangle 2">
            <a:extLst>
              <a:ext uri="{FF2B5EF4-FFF2-40B4-BE49-F238E27FC236}">
                <a16:creationId xmlns:a16="http://schemas.microsoft.com/office/drawing/2014/main" id="{7E8CBB35-AE4E-3532-A223-9AACD8341712}"/>
              </a:ext>
            </a:extLst>
          </p:cNvPr>
          <p:cNvSpPr/>
          <p:nvPr/>
        </p:nvSpPr>
        <p:spPr>
          <a:xfrm>
            <a:off x="7598664" y="0"/>
            <a:ext cx="4593336" cy="685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dirty="0" err="1"/>
              <a:t>Indha</a:t>
            </a:r>
            <a:r>
              <a:rPr lang="en-US" sz="1600" dirty="0"/>
              <a:t> configuration use panni same Playwright test scripts-ai QA and SIT environments-la execute </a:t>
            </a:r>
            <a:r>
              <a:rPr lang="en-US" sz="1600" dirty="0" err="1"/>
              <a:t>pannalaam</a:t>
            </a:r>
            <a:r>
              <a:rPr lang="en-US" sz="1600" dirty="0"/>
              <a:t>. First, </a:t>
            </a:r>
            <a:r>
              <a:rPr lang="en-US" sz="1600" dirty="0" err="1"/>
              <a:t>environmentUrls</a:t>
            </a:r>
            <a:r>
              <a:rPr lang="en-US" sz="1600" dirty="0"/>
              <a:t> object-la </a:t>
            </a:r>
            <a:r>
              <a:rPr lang="en-US" sz="1600" dirty="0" err="1"/>
              <a:t>process.env.QA_BASE_URL</a:t>
            </a:r>
            <a:r>
              <a:rPr lang="en-US" sz="1600" dirty="0"/>
              <a:t> and </a:t>
            </a:r>
            <a:r>
              <a:rPr lang="en-US" sz="1600" dirty="0" err="1"/>
              <a:t>process.env.SIT_BASE_URL</a:t>
            </a:r>
            <a:r>
              <a:rPr lang="en-US" sz="1600" dirty="0"/>
              <a:t> </a:t>
            </a:r>
            <a:r>
              <a:rPr lang="en-US" sz="1600" dirty="0" err="1"/>
              <a:t>moolama</a:t>
            </a:r>
            <a:r>
              <a:rPr lang="en-US" sz="1600" dirty="0"/>
              <a:t> respective environment URLs-ai read </a:t>
            </a:r>
            <a:r>
              <a:rPr lang="en-US" sz="1600" dirty="0" err="1"/>
              <a:t>panrom</a:t>
            </a:r>
            <a:r>
              <a:rPr lang="en-US" sz="1600" dirty="0"/>
              <a:t>. </a:t>
            </a:r>
            <a:r>
              <a:rPr lang="en-US" sz="1600" dirty="0" err="1"/>
              <a:t>process.env</a:t>
            </a:r>
            <a:r>
              <a:rPr lang="en-US" sz="1600" dirty="0"/>
              <a:t> </a:t>
            </a:r>
            <a:r>
              <a:rPr lang="en-US" sz="1600" dirty="0" err="1"/>
              <a:t>enbadhu</a:t>
            </a:r>
            <a:r>
              <a:rPr lang="en-US" sz="1600" dirty="0"/>
              <a:t> Node.js environment variables access panna use </a:t>
            </a:r>
            <a:r>
              <a:rPr lang="en-US" sz="1600" dirty="0" err="1"/>
              <a:t>aagum</a:t>
            </a:r>
            <a:r>
              <a:rPr lang="en-US" sz="1600" dirty="0"/>
              <a:t>.</a:t>
            </a:r>
          </a:p>
          <a:p>
            <a:r>
              <a:rPr lang="en-US" sz="1600" dirty="0"/>
              <a:t>Next, </a:t>
            </a:r>
            <a:r>
              <a:rPr lang="en-US" sz="1600" dirty="0" err="1"/>
              <a:t>selectedEnvironment</a:t>
            </a:r>
            <a:r>
              <a:rPr lang="en-US" sz="1600" dirty="0"/>
              <a:t> variable-la </a:t>
            </a:r>
            <a:r>
              <a:rPr lang="en-US" sz="1600" dirty="0" err="1"/>
              <a:t>process.env.TEST_ENV</a:t>
            </a:r>
            <a:r>
              <a:rPr lang="en-US" sz="1600" dirty="0"/>
              <a:t> || '</a:t>
            </a:r>
            <a:r>
              <a:rPr lang="en-US" sz="1600" dirty="0" err="1"/>
              <a:t>qa</a:t>
            </a:r>
            <a:r>
              <a:rPr lang="en-US" sz="1600" dirty="0"/>
              <a:t>' use </a:t>
            </a:r>
            <a:r>
              <a:rPr lang="en-US" sz="1600" dirty="0" err="1"/>
              <a:t>panrom</a:t>
            </a:r>
            <a:r>
              <a:rPr lang="en-US" sz="1600" dirty="0"/>
              <a:t>. TEST_ENV value </a:t>
            </a:r>
            <a:r>
              <a:rPr lang="en-US" sz="1600" dirty="0" err="1"/>
              <a:t>qa-va</a:t>
            </a:r>
            <a:r>
              <a:rPr lang="en-US" sz="1600" dirty="0"/>
              <a:t> </a:t>
            </a:r>
            <a:r>
              <a:rPr lang="en-US" sz="1600" dirty="0" err="1"/>
              <a:t>irundha</a:t>
            </a:r>
            <a:r>
              <a:rPr lang="en-US" sz="1600" dirty="0"/>
              <a:t> QA environment select </a:t>
            </a:r>
            <a:r>
              <a:rPr lang="en-US" sz="1600" dirty="0" err="1"/>
              <a:t>aagum</a:t>
            </a:r>
            <a:r>
              <a:rPr lang="en-US" sz="1600" dirty="0"/>
              <a:t>; sit-nu set </a:t>
            </a:r>
            <a:r>
              <a:rPr lang="en-US" sz="1600" dirty="0" err="1"/>
              <a:t>pannina</a:t>
            </a:r>
            <a:r>
              <a:rPr lang="en-US" sz="1600" dirty="0"/>
              <a:t> SIT environment select </a:t>
            </a:r>
            <a:r>
              <a:rPr lang="en-US" sz="1600" dirty="0" err="1"/>
              <a:t>aagum</a:t>
            </a:r>
            <a:r>
              <a:rPr lang="en-US" sz="1600" dirty="0"/>
              <a:t>. Value set </a:t>
            </a:r>
            <a:r>
              <a:rPr lang="en-US" sz="1600" dirty="0" err="1"/>
              <a:t>pannala-na</a:t>
            </a:r>
            <a:r>
              <a:rPr lang="en-US" sz="1600" dirty="0"/>
              <a:t> default-aa </a:t>
            </a:r>
            <a:r>
              <a:rPr lang="en-US" sz="1600" dirty="0" err="1"/>
              <a:t>qa</a:t>
            </a:r>
            <a:r>
              <a:rPr lang="en-US" sz="1600" dirty="0"/>
              <a:t> select </a:t>
            </a:r>
            <a:r>
              <a:rPr lang="en-US" sz="1600" dirty="0" err="1"/>
              <a:t>aagum</a:t>
            </a:r>
            <a:r>
              <a:rPr lang="en-US" sz="1600" dirty="0"/>
              <a:t>.</a:t>
            </a:r>
          </a:p>
          <a:p>
            <a:r>
              <a:rPr lang="en-US" sz="1600" dirty="0" err="1"/>
              <a:t>environmentUrls</a:t>
            </a:r>
            <a:r>
              <a:rPr lang="en-US" sz="1600" dirty="0"/>
              <a:t>[</a:t>
            </a:r>
            <a:r>
              <a:rPr lang="en-US" sz="1600" dirty="0" err="1"/>
              <a:t>selectedEnvironment</a:t>
            </a:r>
            <a:r>
              <a:rPr lang="en-US" sz="1600" dirty="0"/>
              <a:t>] </a:t>
            </a:r>
            <a:r>
              <a:rPr lang="en-US" sz="1600" dirty="0" err="1"/>
              <a:t>moolama</a:t>
            </a:r>
            <a:r>
              <a:rPr lang="en-US" sz="1600" dirty="0"/>
              <a:t> selected environment-</a:t>
            </a:r>
            <a:r>
              <a:rPr lang="en-US" sz="1600" dirty="0" err="1"/>
              <a:t>ku</a:t>
            </a:r>
            <a:r>
              <a:rPr lang="en-US" sz="1600" dirty="0"/>
              <a:t> corresponding URL-ai </a:t>
            </a:r>
            <a:r>
              <a:rPr lang="en-US" sz="1600" dirty="0" err="1"/>
              <a:t>baseURL</a:t>
            </a:r>
            <a:r>
              <a:rPr lang="en-US" sz="1600" dirty="0"/>
              <a:t> variable-la store </a:t>
            </a:r>
            <a:r>
              <a:rPr lang="en-US" sz="1600" dirty="0" err="1"/>
              <a:t>panrom</a:t>
            </a:r>
            <a:r>
              <a:rPr lang="en-US" sz="1600" dirty="0"/>
              <a:t>. if (!</a:t>
            </a:r>
            <a:r>
              <a:rPr lang="en-US" sz="1600" dirty="0" err="1"/>
              <a:t>baseURL</a:t>
            </a:r>
            <a:r>
              <a:rPr lang="en-US" sz="1600" dirty="0"/>
              <a:t>) condition, selected environment-</a:t>
            </a:r>
            <a:r>
              <a:rPr lang="en-US" sz="1600" dirty="0" err="1"/>
              <a:t>ku</a:t>
            </a:r>
            <a:r>
              <a:rPr lang="en-US" sz="1600" dirty="0"/>
              <a:t> valid URL </a:t>
            </a:r>
            <a:r>
              <a:rPr lang="en-US" sz="1600" dirty="0" err="1"/>
              <a:t>irukkaa</a:t>
            </a:r>
            <a:r>
              <a:rPr lang="en-US" sz="1600" dirty="0"/>
              <a:t> nu check </a:t>
            </a:r>
            <a:r>
              <a:rPr lang="en-US" sz="1600" dirty="0" err="1"/>
              <a:t>pannum</a:t>
            </a:r>
            <a:r>
              <a:rPr lang="en-US" sz="1600" dirty="0"/>
              <a:t>. URL missing-aa </a:t>
            </a:r>
            <a:r>
              <a:rPr lang="en-US" sz="1600" dirty="0" err="1"/>
              <a:t>irundha</a:t>
            </a:r>
            <a:r>
              <a:rPr lang="en-US" sz="1600" dirty="0"/>
              <a:t> test execute </a:t>
            </a:r>
            <a:r>
              <a:rPr lang="en-US" sz="1600" dirty="0" err="1"/>
              <a:t>aaguradhukku</a:t>
            </a:r>
            <a:r>
              <a:rPr lang="en-US" sz="1600" dirty="0"/>
              <a:t> </a:t>
            </a:r>
            <a:r>
              <a:rPr lang="en-US" sz="1600" dirty="0" err="1"/>
              <a:t>munnaadi</a:t>
            </a:r>
            <a:r>
              <a:rPr lang="en-US" sz="1600" dirty="0"/>
              <a:t> error throw </a:t>
            </a:r>
            <a:r>
              <a:rPr lang="en-US" sz="1600" dirty="0" err="1"/>
              <a:t>pannum</a:t>
            </a:r>
            <a:r>
              <a:rPr lang="en-US" sz="1600" dirty="0"/>
              <a:t>.</a:t>
            </a:r>
          </a:p>
          <a:p>
            <a:r>
              <a:rPr lang="en-US" sz="1600" dirty="0"/>
              <a:t>Finally, </a:t>
            </a:r>
            <a:r>
              <a:rPr lang="en-US" sz="1600" dirty="0" err="1"/>
              <a:t>baseURL</a:t>
            </a:r>
            <a:r>
              <a:rPr lang="en-US" sz="1600" dirty="0"/>
              <a:t>-ai Playwright-</a:t>
            </a:r>
            <a:r>
              <a:rPr lang="en-US" sz="1600" dirty="0" err="1"/>
              <a:t>oda</a:t>
            </a:r>
            <a:r>
              <a:rPr lang="en-US" sz="1600" dirty="0"/>
              <a:t> use configuration-la pass </a:t>
            </a:r>
            <a:r>
              <a:rPr lang="en-US" sz="1600" dirty="0" err="1"/>
              <a:t>panrom</a:t>
            </a:r>
            <a:r>
              <a:rPr lang="en-US" sz="1600" dirty="0"/>
              <a:t>. </a:t>
            </a:r>
            <a:r>
              <a:rPr lang="en-US" sz="1600" dirty="0" err="1"/>
              <a:t>Adhanaala</a:t>
            </a:r>
            <a:r>
              <a:rPr lang="en-US" sz="1600" dirty="0"/>
              <a:t> test files-la </a:t>
            </a:r>
            <a:r>
              <a:rPr lang="en-US" sz="1600" dirty="0" err="1"/>
              <a:t>page.goto</a:t>
            </a:r>
            <a:r>
              <a:rPr lang="en-US" sz="1600" dirty="0"/>
              <a:t>('/') use </a:t>
            </a:r>
            <a:r>
              <a:rPr lang="en-US" sz="1600" dirty="0" err="1"/>
              <a:t>pannumbodhu</a:t>
            </a:r>
            <a:r>
              <a:rPr lang="en-US" sz="1600" dirty="0"/>
              <a:t> selected environment application open </a:t>
            </a:r>
            <a:r>
              <a:rPr lang="en-US" sz="1600" dirty="0" err="1"/>
              <a:t>aagum</a:t>
            </a:r>
            <a:r>
              <a:rPr lang="en-US" sz="1600" dirty="0"/>
              <a:t>. headless: true browser-ai background-la run </a:t>
            </a:r>
            <a:r>
              <a:rPr lang="en-US" sz="1600" dirty="0" err="1"/>
              <a:t>pannum</a:t>
            </a:r>
            <a:r>
              <a:rPr lang="en-US" sz="1600" dirty="0"/>
              <a:t>.</a:t>
            </a:r>
          </a:p>
          <a:p>
            <a:r>
              <a:rPr lang="en-US" sz="1600" dirty="0"/>
              <a:t>How to execute:</a:t>
            </a:r>
          </a:p>
          <a:p>
            <a:r>
              <a:rPr lang="en-US" sz="1600" dirty="0"/>
              <a:t>PowerShell-la environment URLs set </a:t>
            </a:r>
            <a:r>
              <a:rPr lang="en-US" sz="1600" dirty="0" err="1"/>
              <a:t>pannunga</a:t>
            </a:r>
            <a:r>
              <a:rPr lang="en-US" sz="1600" dirty="0"/>
              <a:t>:</a:t>
            </a:r>
          </a:p>
        </p:txBody>
      </p:sp>
      <p:cxnSp>
        <p:nvCxnSpPr>
          <p:cNvPr id="5" name="Straight Arrow Connector 4">
            <a:extLst>
              <a:ext uri="{FF2B5EF4-FFF2-40B4-BE49-F238E27FC236}">
                <a16:creationId xmlns:a16="http://schemas.microsoft.com/office/drawing/2014/main" id="{E4D3685C-ADC3-EC71-F9BF-067AC7C72EE0}"/>
              </a:ext>
            </a:extLst>
          </p:cNvPr>
          <p:cNvCxnSpPr>
            <a:cxnSpLocks/>
            <a:stCxn id="2" idx="3"/>
            <a:endCxn id="3" idx="1"/>
          </p:cNvCxnSpPr>
          <p:nvPr/>
        </p:nvCxnSpPr>
        <p:spPr>
          <a:xfrm>
            <a:off x="6830568" y="3429000"/>
            <a:ext cx="7680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1323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22D1D2-DF6E-C792-0057-7BE5FFE321E7}"/>
              </a:ext>
            </a:extLst>
          </p:cNvPr>
          <p:cNvSpPr/>
          <p:nvPr/>
        </p:nvSpPr>
        <p:spPr>
          <a:xfrm>
            <a:off x="749808" y="310896"/>
            <a:ext cx="3730752" cy="14904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testDir</a:t>
            </a:r>
            <a:r>
              <a:rPr lang="en-US" dirty="0"/>
              <a:t>: './tests',</a:t>
            </a:r>
          </a:p>
          <a:p>
            <a:pPr algn="ctr"/>
            <a:r>
              <a:rPr lang="en-US" dirty="0" err="1"/>
              <a:t>testMatch</a:t>
            </a:r>
            <a:r>
              <a:rPr lang="en-US" dirty="0"/>
              <a:t>: '**/*.spec.js',</a:t>
            </a:r>
          </a:p>
          <a:p>
            <a:pPr algn="ctr"/>
            <a:r>
              <a:rPr lang="en-US" dirty="0" err="1"/>
              <a:t>outputDir</a:t>
            </a:r>
            <a:r>
              <a:rPr lang="en-US" dirty="0"/>
              <a:t>: 'test-results',</a:t>
            </a:r>
          </a:p>
        </p:txBody>
      </p:sp>
      <p:sp>
        <p:nvSpPr>
          <p:cNvPr id="3" name="Rectangle 2">
            <a:extLst>
              <a:ext uri="{FF2B5EF4-FFF2-40B4-BE49-F238E27FC236}">
                <a16:creationId xmlns:a16="http://schemas.microsoft.com/office/drawing/2014/main" id="{8C335D93-41DB-2E20-4881-50D6C6861099}"/>
              </a:ext>
            </a:extLst>
          </p:cNvPr>
          <p:cNvSpPr/>
          <p:nvPr/>
        </p:nvSpPr>
        <p:spPr>
          <a:xfrm>
            <a:off x="5605272" y="438912"/>
            <a:ext cx="4599432" cy="8961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Unga test files tests folder-la </a:t>
            </a:r>
            <a:r>
              <a:rPr lang="en-US" dirty="0" err="1"/>
              <a:t>irukkum</a:t>
            </a:r>
            <a:r>
              <a:rPr lang="en-US" dirty="0"/>
              <a:t>-nu Playwright-</a:t>
            </a:r>
            <a:r>
              <a:rPr lang="en-US" dirty="0" err="1"/>
              <a:t>kku</a:t>
            </a:r>
            <a:r>
              <a:rPr lang="en-US" dirty="0"/>
              <a:t> </a:t>
            </a:r>
            <a:r>
              <a:rPr lang="en-US" dirty="0" err="1"/>
              <a:t>solreenga</a:t>
            </a:r>
            <a:r>
              <a:rPr lang="en-US" dirty="0"/>
              <a:t>.</a:t>
            </a:r>
          </a:p>
        </p:txBody>
      </p:sp>
      <p:cxnSp>
        <p:nvCxnSpPr>
          <p:cNvPr id="5" name="Straight Arrow Connector 4">
            <a:extLst>
              <a:ext uri="{FF2B5EF4-FFF2-40B4-BE49-F238E27FC236}">
                <a16:creationId xmlns:a16="http://schemas.microsoft.com/office/drawing/2014/main" id="{C64EC8C5-83AC-2534-6A8A-C24141ED02F9}"/>
              </a:ext>
            </a:extLst>
          </p:cNvPr>
          <p:cNvCxnSpPr>
            <a:endCxn id="3" idx="1"/>
          </p:cNvCxnSpPr>
          <p:nvPr/>
        </p:nvCxnSpPr>
        <p:spPr>
          <a:xfrm>
            <a:off x="3456432" y="777240"/>
            <a:ext cx="2148840" cy="1097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0F3BB23E-E4CB-E60E-0276-C25D8DA4FCAE}"/>
              </a:ext>
            </a:extLst>
          </p:cNvPr>
          <p:cNvSpPr/>
          <p:nvPr/>
        </p:nvSpPr>
        <p:spPr>
          <a:xfrm>
            <a:off x="5605272" y="1691640"/>
            <a:ext cx="4599432" cy="2514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tests folder-</a:t>
            </a:r>
            <a:r>
              <a:rPr lang="en-US" dirty="0" err="1"/>
              <a:t>kulla</a:t>
            </a:r>
            <a:r>
              <a:rPr lang="en-US" dirty="0"/>
              <a:t> .spec.js-nu end </a:t>
            </a:r>
            <a:r>
              <a:rPr lang="en-US" dirty="0" err="1"/>
              <a:t>aagura</a:t>
            </a:r>
            <a:r>
              <a:rPr lang="en-US" dirty="0"/>
              <a:t> files-ah match </a:t>
            </a:r>
            <a:r>
              <a:rPr lang="en-US" dirty="0" err="1"/>
              <a:t>pannum</a:t>
            </a:r>
            <a:r>
              <a:rPr lang="en-US" dirty="0"/>
              <a:t>.</a:t>
            </a:r>
          </a:p>
          <a:p>
            <a:r>
              <a:rPr lang="en-US" dirty="0"/>
              <a:t>Example:</a:t>
            </a:r>
          </a:p>
          <a:p>
            <a:pPr lvl="0"/>
            <a:r>
              <a:rPr lang="en-US" dirty="0"/>
              <a:t>login.spec.js → match </a:t>
            </a:r>
            <a:r>
              <a:rPr lang="en-US" dirty="0" err="1"/>
              <a:t>aagum</a:t>
            </a:r>
            <a:r>
              <a:rPr lang="en-US" dirty="0"/>
              <a:t>.</a:t>
            </a:r>
          </a:p>
          <a:p>
            <a:pPr lvl="0"/>
            <a:r>
              <a:rPr lang="en-US" dirty="0"/>
              <a:t>products.spec.js → match </a:t>
            </a:r>
            <a:r>
              <a:rPr lang="en-US" dirty="0" err="1"/>
              <a:t>aagum</a:t>
            </a:r>
            <a:r>
              <a:rPr lang="en-US" dirty="0"/>
              <a:t>.</a:t>
            </a:r>
          </a:p>
          <a:p>
            <a:pPr lvl="0"/>
            <a:r>
              <a:rPr lang="en-US" dirty="0"/>
              <a:t>login.js → </a:t>
            </a:r>
            <a:r>
              <a:rPr lang="en-US" dirty="0" err="1"/>
              <a:t>indha</a:t>
            </a:r>
            <a:r>
              <a:rPr lang="en-US" dirty="0"/>
              <a:t> pattern-</a:t>
            </a:r>
            <a:r>
              <a:rPr lang="en-US" dirty="0" err="1"/>
              <a:t>ku</a:t>
            </a:r>
            <a:r>
              <a:rPr lang="en-US" dirty="0"/>
              <a:t> match </a:t>
            </a:r>
            <a:r>
              <a:rPr lang="en-US" dirty="0" err="1"/>
              <a:t>aagaadhu</a:t>
            </a:r>
            <a:r>
              <a:rPr lang="en-US" dirty="0"/>
              <a:t>.</a:t>
            </a:r>
          </a:p>
          <a:p>
            <a:pPr algn="ctr"/>
            <a:endParaRPr lang="en-US" dirty="0"/>
          </a:p>
        </p:txBody>
      </p:sp>
      <p:cxnSp>
        <p:nvCxnSpPr>
          <p:cNvPr id="8" name="Straight Arrow Connector 7">
            <a:extLst>
              <a:ext uri="{FF2B5EF4-FFF2-40B4-BE49-F238E27FC236}">
                <a16:creationId xmlns:a16="http://schemas.microsoft.com/office/drawing/2014/main" id="{945DC1CD-AC84-5501-2C52-DAD71D2EAA7F}"/>
              </a:ext>
            </a:extLst>
          </p:cNvPr>
          <p:cNvCxnSpPr>
            <a:endCxn id="6" idx="1"/>
          </p:cNvCxnSpPr>
          <p:nvPr/>
        </p:nvCxnSpPr>
        <p:spPr>
          <a:xfrm>
            <a:off x="3849624" y="1179576"/>
            <a:ext cx="1755648" cy="17693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327240B7-0AA5-C8BB-875B-5A5D4B010309}"/>
              </a:ext>
            </a:extLst>
          </p:cNvPr>
          <p:cNvSpPr/>
          <p:nvPr/>
        </p:nvSpPr>
        <p:spPr>
          <a:xfrm>
            <a:off x="5605272" y="4562856"/>
            <a:ext cx="4599432" cy="18562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Test execution-la generate </a:t>
            </a:r>
            <a:r>
              <a:rPr lang="en-US" dirty="0" err="1"/>
              <a:t>aagura</a:t>
            </a:r>
            <a:r>
              <a:rPr lang="en-US" dirty="0"/>
              <a:t> artifacts — screenshots, videos, traces </a:t>
            </a:r>
            <a:r>
              <a:rPr lang="en-US" dirty="0" err="1"/>
              <a:t>madhiri</a:t>
            </a:r>
            <a:r>
              <a:rPr lang="en-US" dirty="0"/>
              <a:t> files — inga store </a:t>
            </a:r>
            <a:r>
              <a:rPr lang="en-US" dirty="0" err="1"/>
              <a:t>aagalaam</a:t>
            </a:r>
            <a:r>
              <a:rPr lang="en-US" dirty="0"/>
              <a:t>.</a:t>
            </a:r>
          </a:p>
          <a:p>
            <a:r>
              <a:rPr lang="en-US" dirty="0" err="1"/>
              <a:t>Idhu</a:t>
            </a:r>
            <a:r>
              <a:rPr lang="en-US" dirty="0"/>
              <a:t> allure-results folder-</a:t>
            </a:r>
            <a:r>
              <a:rPr lang="en-US" dirty="0" err="1"/>
              <a:t>oda</a:t>
            </a:r>
            <a:r>
              <a:rPr lang="en-US" dirty="0"/>
              <a:t> same </a:t>
            </a:r>
            <a:r>
              <a:rPr lang="en-US" dirty="0" err="1"/>
              <a:t>illa</a:t>
            </a:r>
            <a:r>
              <a:rPr lang="en-US" dirty="0"/>
              <a:t>. test-results Playwright artifacts-</a:t>
            </a:r>
            <a:r>
              <a:rPr lang="en-US" dirty="0" err="1"/>
              <a:t>ku</a:t>
            </a:r>
            <a:r>
              <a:rPr lang="en-US" dirty="0"/>
              <a:t>; allure-results Allure report data-</a:t>
            </a:r>
            <a:r>
              <a:rPr lang="en-US" dirty="0" err="1"/>
              <a:t>ku</a:t>
            </a:r>
            <a:r>
              <a:rPr lang="en-US" dirty="0"/>
              <a:t>.</a:t>
            </a:r>
          </a:p>
          <a:p>
            <a:pPr algn="ctr"/>
            <a:endParaRPr lang="en-US" dirty="0"/>
          </a:p>
        </p:txBody>
      </p:sp>
      <p:cxnSp>
        <p:nvCxnSpPr>
          <p:cNvPr id="11" name="Straight Arrow Connector 10">
            <a:extLst>
              <a:ext uri="{FF2B5EF4-FFF2-40B4-BE49-F238E27FC236}">
                <a16:creationId xmlns:a16="http://schemas.microsoft.com/office/drawing/2014/main" id="{B9AE145B-FE15-E6F7-D620-E16B0121F877}"/>
              </a:ext>
            </a:extLst>
          </p:cNvPr>
          <p:cNvCxnSpPr>
            <a:endCxn id="9" idx="1"/>
          </p:cNvCxnSpPr>
          <p:nvPr/>
        </p:nvCxnSpPr>
        <p:spPr>
          <a:xfrm>
            <a:off x="2688336" y="1453896"/>
            <a:ext cx="2916936" cy="40370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2523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AD2EBF-89EF-A9DF-C4CF-4D1F30878D3A}"/>
              </a:ext>
            </a:extLst>
          </p:cNvPr>
          <p:cNvSpPr/>
          <p:nvPr/>
        </p:nvSpPr>
        <p:spPr>
          <a:xfrm>
            <a:off x="475488" y="338328"/>
            <a:ext cx="4992624" cy="19659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timeout: 30_000,</a:t>
            </a:r>
          </a:p>
          <a:p>
            <a:pPr algn="ctr"/>
            <a:r>
              <a:rPr lang="en-US" dirty="0" err="1"/>
              <a:t>globalTimeout</a:t>
            </a:r>
            <a:r>
              <a:rPr lang="en-US" dirty="0"/>
              <a:t>: 60 * 60 * 1000,</a:t>
            </a:r>
          </a:p>
          <a:p>
            <a:pPr algn="ctr"/>
            <a:endParaRPr lang="en-US" dirty="0"/>
          </a:p>
          <a:p>
            <a:pPr algn="ctr"/>
            <a:r>
              <a:rPr lang="en-US" dirty="0"/>
              <a:t>expect: {</a:t>
            </a:r>
          </a:p>
          <a:p>
            <a:pPr algn="ctr"/>
            <a:r>
              <a:rPr lang="en-US" dirty="0"/>
              <a:t>  timeout: 5_000,</a:t>
            </a:r>
          </a:p>
          <a:p>
            <a:pPr algn="ctr"/>
            <a:r>
              <a:rPr lang="en-US" dirty="0"/>
              <a:t>},</a:t>
            </a:r>
          </a:p>
        </p:txBody>
      </p:sp>
      <p:sp>
        <p:nvSpPr>
          <p:cNvPr id="3" name="Rectangle 2">
            <a:extLst>
              <a:ext uri="{FF2B5EF4-FFF2-40B4-BE49-F238E27FC236}">
                <a16:creationId xmlns:a16="http://schemas.microsoft.com/office/drawing/2014/main" id="{A7846DA1-5EE1-1621-E519-9D2BB1483AC7}"/>
              </a:ext>
            </a:extLst>
          </p:cNvPr>
          <p:cNvSpPr/>
          <p:nvPr/>
        </p:nvSpPr>
        <p:spPr>
          <a:xfrm>
            <a:off x="6096000" y="338328"/>
            <a:ext cx="5151120" cy="35478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graphicFrame>
        <p:nvGraphicFramePr>
          <p:cNvPr id="4" name="Table 3">
            <a:extLst>
              <a:ext uri="{FF2B5EF4-FFF2-40B4-BE49-F238E27FC236}">
                <a16:creationId xmlns:a16="http://schemas.microsoft.com/office/drawing/2014/main" id="{B85215FE-D1FC-7C1A-BE2F-760D5FF17EBA}"/>
              </a:ext>
            </a:extLst>
          </p:cNvPr>
          <p:cNvGraphicFramePr>
            <a:graphicFrameLocks noGrp="1"/>
          </p:cNvGraphicFramePr>
          <p:nvPr>
            <p:extLst>
              <p:ext uri="{D42A27DB-BD31-4B8C-83A1-F6EECF244321}">
                <p14:modId xmlns:p14="http://schemas.microsoft.com/office/powerpoint/2010/main" val="3401789907"/>
              </p:ext>
            </p:extLst>
          </p:nvPr>
        </p:nvGraphicFramePr>
        <p:xfrm>
          <a:off x="6242304" y="466344"/>
          <a:ext cx="4858512" cy="3291840"/>
        </p:xfrm>
        <a:graphic>
          <a:graphicData uri="http://schemas.openxmlformats.org/drawingml/2006/table">
            <a:tbl>
              <a:tblPr>
                <a:tableStyleId>{5C22544A-7EE6-4342-B048-85BDC9FD1C3A}</a:tableStyleId>
              </a:tblPr>
              <a:tblGrid>
                <a:gridCol w="1619504">
                  <a:extLst>
                    <a:ext uri="{9D8B030D-6E8A-4147-A177-3AD203B41FA5}">
                      <a16:colId xmlns:a16="http://schemas.microsoft.com/office/drawing/2014/main" val="2285919737"/>
                    </a:ext>
                  </a:extLst>
                </a:gridCol>
                <a:gridCol w="1619504">
                  <a:extLst>
                    <a:ext uri="{9D8B030D-6E8A-4147-A177-3AD203B41FA5}">
                      <a16:colId xmlns:a16="http://schemas.microsoft.com/office/drawing/2014/main" val="2507969475"/>
                    </a:ext>
                  </a:extLst>
                </a:gridCol>
                <a:gridCol w="1619504">
                  <a:extLst>
                    <a:ext uri="{9D8B030D-6E8A-4147-A177-3AD203B41FA5}">
                      <a16:colId xmlns:a16="http://schemas.microsoft.com/office/drawing/2014/main" val="4039706726"/>
                    </a:ext>
                  </a:extLst>
                </a:gridCol>
              </a:tblGrid>
              <a:tr h="0">
                <a:tc>
                  <a:txBody>
                    <a:bodyPr/>
                    <a:lstStyle/>
                    <a:p>
                      <a:pPr>
                        <a:buNone/>
                      </a:pPr>
                      <a:r>
                        <a:rPr lang="en-US"/>
                        <a:t>timeout</a:t>
                      </a:r>
                    </a:p>
                  </a:txBody>
                  <a:tcPr anchor="ctr"/>
                </a:tc>
                <a:tc>
                  <a:txBody>
                    <a:bodyPr/>
                    <a:lstStyle/>
                    <a:p>
                      <a:pPr>
                        <a:buNone/>
                      </a:pPr>
                      <a:r>
                        <a:rPr lang="en-US"/>
                        <a:t>30,000 ms</a:t>
                      </a:r>
                    </a:p>
                  </a:txBody>
                  <a:tcPr anchor="ctr"/>
                </a:tc>
                <a:tc>
                  <a:txBody>
                    <a:bodyPr/>
                    <a:lstStyle/>
                    <a:p>
                      <a:pPr>
                        <a:buNone/>
                      </a:pPr>
                      <a:r>
                        <a:rPr lang="en-US"/>
                        <a:t>Oru test-ku maximum 30 seconds</a:t>
                      </a:r>
                    </a:p>
                  </a:txBody>
                  <a:tcPr anchor="ctr"/>
                </a:tc>
                <a:extLst>
                  <a:ext uri="{0D108BD9-81ED-4DB2-BD59-A6C34878D82A}">
                    <a16:rowId xmlns:a16="http://schemas.microsoft.com/office/drawing/2014/main" val="1068948"/>
                  </a:ext>
                </a:extLst>
              </a:tr>
              <a:tr h="0">
                <a:tc>
                  <a:txBody>
                    <a:bodyPr/>
                    <a:lstStyle/>
                    <a:p>
                      <a:pPr>
                        <a:buNone/>
                      </a:pPr>
                      <a:r>
                        <a:rPr lang="en-US" dirty="0" err="1"/>
                        <a:t>globalTimeout</a:t>
                      </a:r>
                      <a:endParaRPr lang="en-US" dirty="0"/>
                    </a:p>
                  </a:txBody>
                  <a:tcPr anchor="ctr"/>
                </a:tc>
                <a:tc>
                  <a:txBody>
                    <a:bodyPr/>
                    <a:lstStyle/>
                    <a:p>
                      <a:pPr>
                        <a:buNone/>
                      </a:pPr>
                      <a:r>
                        <a:rPr lang="en-US"/>
                        <a:t>3,600,000 ms</a:t>
                      </a:r>
                    </a:p>
                  </a:txBody>
                  <a:tcPr anchor="ctr"/>
                </a:tc>
                <a:tc>
                  <a:txBody>
                    <a:bodyPr/>
                    <a:lstStyle/>
                    <a:p>
                      <a:pPr>
                        <a:buNone/>
                      </a:pPr>
                      <a:r>
                        <a:rPr lang="en-US"/>
                        <a:t>Entire test run-ku maximum 1 hour</a:t>
                      </a:r>
                    </a:p>
                  </a:txBody>
                  <a:tcPr anchor="ctr"/>
                </a:tc>
                <a:extLst>
                  <a:ext uri="{0D108BD9-81ED-4DB2-BD59-A6C34878D82A}">
                    <a16:rowId xmlns:a16="http://schemas.microsoft.com/office/drawing/2014/main" val="2334868487"/>
                  </a:ext>
                </a:extLst>
              </a:tr>
              <a:tr h="0">
                <a:tc>
                  <a:txBody>
                    <a:bodyPr/>
                    <a:lstStyle/>
                    <a:p>
                      <a:pPr>
                        <a:buNone/>
                      </a:pPr>
                      <a:r>
                        <a:rPr lang="en-US" dirty="0" err="1"/>
                        <a:t>expect.timeout</a:t>
                      </a:r>
                      <a:endParaRPr lang="en-US" dirty="0"/>
                    </a:p>
                  </a:txBody>
                  <a:tcPr anchor="ctr"/>
                </a:tc>
                <a:tc>
                  <a:txBody>
                    <a:bodyPr/>
                    <a:lstStyle/>
                    <a:p>
                      <a:pPr>
                        <a:buNone/>
                      </a:pPr>
                      <a:r>
                        <a:rPr lang="en-US"/>
                        <a:t>5,000 ms</a:t>
                      </a:r>
                    </a:p>
                  </a:txBody>
                  <a:tcPr anchor="ctr"/>
                </a:tc>
                <a:tc>
                  <a:txBody>
                    <a:bodyPr/>
                    <a:lstStyle/>
                    <a:p>
                      <a:pPr>
                        <a:buNone/>
                      </a:pPr>
                      <a:r>
                        <a:rPr lang="en-US" dirty="0"/>
                        <a:t>Auto-retrying assertion-</a:t>
                      </a:r>
                      <a:r>
                        <a:rPr lang="en-US" dirty="0" err="1"/>
                        <a:t>ku</a:t>
                      </a:r>
                      <a:r>
                        <a:rPr lang="en-US" dirty="0"/>
                        <a:t> maximum 5 seconds</a:t>
                      </a:r>
                    </a:p>
                  </a:txBody>
                  <a:tcPr anchor="ctr"/>
                </a:tc>
                <a:extLst>
                  <a:ext uri="{0D108BD9-81ED-4DB2-BD59-A6C34878D82A}">
                    <a16:rowId xmlns:a16="http://schemas.microsoft.com/office/drawing/2014/main" val="4088525531"/>
                  </a:ext>
                </a:extLst>
              </a:tr>
            </a:tbl>
          </a:graphicData>
        </a:graphic>
      </p:graphicFrame>
      <p:cxnSp>
        <p:nvCxnSpPr>
          <p:cNvPr id="8" name="Straight Arrow Connector 7">
            <a:extLst>
              <a:ext uri="{FF2B5EF4-FFF2-40B4-BE49-F238E27FC236}">
                <a16:creationId xmlns:a16="http://schemas.microsoft.com/office/drawing/2014/main" id="{6A9CA0CF-4D31-25BA-ADA4-8262DFAFE210}"/>
              </a:ext>
            </a:extLst>
          </p:cNvPr>
          <p:cNvCxnSpPr>
            <a:stCxn id="2" idx="3"/>
          </p:cNvCxnSpPr>
          <p:nvPr/>
        </p:nvCxnSpPr>
        <p:spPr>
          <a:xfrm>
            <a:off x="5468112" y="1321308"/>
            <a:ext cx="627888" cy="9006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F2DA08F2-952D-210C-FCDF-D8B8598B2315}"/>
              </a:ext>
            </a:extLst>
          </p:cNvPr>
          <p:cNvSpPr/>
          <p:nvPr/>
        </p:nvSpPr>
        <p:spPr>
          <a:xfrm>
            <a:off x="5184648" y="4160520"/>
            <a:ext cx="6062472" cy="23682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await expect(</a:t>
            </a:r>
            <a:r>
              <a:rPr lang="en-US" dirty="0" err="1"/>
              <a:t>page.locator</a:t>
            </a:r>
            <a:r>
              <a:rPr lang="en-US" dirty="0"/>
              <a:t>('#welcome')).</a:t>
            </a:r>
            <a:r>
              <a:rPr lang="en-US" dirty="0" err="1"/>
              <a:t>toBeVisible</a:t>
            </a:r>
            <a:r>
              <a:rPr lang="en-US" dirty="0"/>
              <a:t>();</a:t>
            </a:r>
          </a:p>
          <a:p>
            <a:r>
              <a:rPr lang="en-US" dirty="0"/>
              <a:t>Element visible </a:t>
            </a:r>
            <a:r>
              <a:rPr lang="en-US" dirty="0" err="1"/>
              <a:t>aaguradhukku</a:t>
            </a:r>
            <a:r>
              <a:rPr lang="en-US" dirty="0"/>
              <a:t> </a:t>
            </a:r>
            <a:r>
              <a:rPr lang="en-US" dirty="0" err="1"/>
              <a:t>konjam</a:t>
            </a:r>
            <a:r>
              <a:rPr lang="en-US" dirty="0"/>
              <a:t> time </a:t>
            </a:r>
            <a:r>
              <a:rPr lang="en-US" dirty="0" err="1"/>
              <a:t>aana</a:t>
            </a:r>
            <a:r>
              <a:rPr lang="en-US" dirty="0"/>
              <a:t>, Playwright 5 seconds </a:t>
            </a:r>
            <a:r>
              <a:rPr lang="en-US" dirty="0" err="1"/>
              <a:t>varaikkum</a:t>
            </a:r>
            <a:r>
              <a:rPr lang="en-US" dirty="0"/>
              <a:t> retry </a:t>
            </a:r>
            <a:r>
              <a:rPr lang="en-US" dirty="0" err="1"/>
              <a:t>pannum</a:t>
            </a:r>
            <a:r>
              <a:rPr lang="en-US" dirty="0"/>
              <a:t>. </a:t>
            </a:r>
            <a:r>
              <a:rPr lang="en-US" dirty="0" err="1"/>
              <a:t>Adhukulla</a:t>
            </a:r>
            <a:r>
              <a:rPr lang="en-US" dirty="0"/>
              <a:t> visible </a:t>
            </a:r>
            <a:r>
              <a:rPr lang="en-US" dirty="0" err="1"/>
              <a:t>aagala-na</a:t>
            </a:r>
            <a:r>
              <a:rPr lang="en-US" dirty="0"/>
              <a:t> assertion fail </a:t>
            </a:r>
            <a:r>
              <a:rPr lang="en-US" dirty="0" err="1"/>
              <a:t>aagum</a:t>
            </a:r>
            <a:r>
              <a:rPr lang="en-US" dirty="0"/>
              <a:t>.</a:t>
            </a:r>
          </a:p>
          <a:p>
            <a:r>
              <a:rPr lang="en-US" dirty="0"/>
              <a:t>Important difference: timeout full test-</a:t>
            </a:r>
            <a:r>
              <a:rPr lang="en-US" dirty="0" err="1"/>
              <a:t>ku</a:t>
            </a:r>
            <a:r>
              <a:rPr lang="en-US" dirty="0"/>
              <a:t>; </a:t>
            </a:r>
            <a:r>
              <a:rPr lang="en-US" dirty="0" err="1"/>
              <a:t>expect.timeout</a:t>
            </a:r>
            <a:r>
              <a:rPr lang="en-US" dirty="0"/>
              <a:t> auto-retrying assertions-</a:t>
            </a:r>
            <a:r>
              <a:rPr lang="en-US" dirty="0" err="1"/>
              <a:t>ku</a:t>
            </a:r>
            <a:r>
              <a:rPr lang="en-US" dirty="0"/>
              <a:t>. </a:t>
            </a:r>
            <a:r>
              <a:rPr lang="en-US" dirty="0" err="1"/>
              <a:t>actionTimeout</a:t>
            </a:r>
            <a:r>
              <a:rPr lang="en-US" dirty="0"/>
              <a:t> click/fill </a:t>
            </a:r>
            <a:r>
              <a:rPr lang="en-US" dirty="0" err="1"/>
              <a:t>madhiri</a:t>
            </a:r>
            <a:r>
              <a:rPr lang="en-US" dirty="0"/>
              <a:t> actions-</a:t>
            </a:r>
            <a:r>
              <a:rPr lang="en-US" dirty="0" err="1"/>
              <a:t>ku</a:t>
            </a:r>
            <a:r>
              <a:rPr lang="en-US" dirty="0"/>
              <a:t>; </a:t>
            </a:r>
            <a:r>
              <a:rPr lang="en-US" dirty="0" err="1"/>
              <a:t>navigationTimeout</a:t>
            </a:r>
            <a:r>
              <a:rPr lang="en-US" dirty="0"/>
              <a:t> navigation operations-</a:t>
            </a:r>
            <a:r>
              <a:rPr lang="en-US" dirty="0" err="1"/>
              <a:t>ku</a:t>
            </a:r>
            <a:r>
              <a:rPr lang="en-US" dirty="0"/>
              <a:t>.</a:t>
            </a:r>
          </a:p>
          <a:p>
            <a:pPr algn="ctr"/>
            <a:endParaRPr lang="en-US" dirty="0"/>
          </a:p>
        </p:txBody>
      </p:sp>
    </p:spTree>
    <p:extLst>
      <p:ext uri="{BB962C8B-B14F-4D97-AF65-F5344CB8AC3E}">
        <p14:creationId xmlns:p14="http://schemas.microsoft.com/office/powerpoint/2010/main" val="2338314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6FFEA3-35F8-5899-6058-10C5C5BFE302}"/>
              </a:ext>
            </a:extLst>
          </p:cNvPr>
          <p:cNvSpPr/>
          <p:nvPr/>
        </p:nvSpPr>
        <p:spPr>
          <a:xfrm>
            <a:off x="1005840" y="694944"/>
            <a:ext cx="4636008" cy="20665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fullyParallel</a:t>
            </a:r>
            <a:r>
              <a:rPr lang="en-US" dirty="0"/>
              <a:t>: true,</a:t>
            </a:r>
          </a:p>
          <a:p>
            <a:pPr algn="ctr"/>
            <a:r>
              <a:rPr lang="en-US" dirty="0" err="1"/>
              <a:t>forbidOnly</a:t>
            </a:r>
            <a:r>
              <a:rPr lang="en-US" dirty="0"/>
              <a:t>: </a:t>
            </a:r>
            <a:r>
              <a:rPr lang="en-US" dirty="0" err="1"/>
              <a:t>isCI</a:t>
            </a:r>
            <a:r>
              <a:rPr lang="en-US" dirty="0"/>
              <a:t>,</a:t>
            </a:r>
          </a:p>
          <a:p>
            <a:pPr algn="ctr"/>
            <a:r>
              <a:rPr lang="en-US" dirty="0"/>
              <a:t>retries: </a:t>
            </a:r>
            <a:r>
              <a:rPr lang="en-US" dirty="0" err="1"/>
              <a:t>isCI</a:t>
            </a:r>
            <a:r>
              <a:rPr lang="en-US" dirty="0"/>
              <a:t> ? 2 : 0,</a:t>
            </a:r>
          </a:p>
          <a:p>
            <a:pPr algn="ctr"/>
            <a:r>
              <a:rPr lang="en-US" dirty="0"/>
              <a:t>workers: </a:t>
            </a:r>
            <a:r>
              <a:rPr lang="en-US" dirty="0" err="1"/>
              <a:t>isCI</a:t>
            </a:r>
            <a:r>
              <a:rPr lang="en-US" dirty="0"/>
              <a:t> ? 2 : undefined,</a:t>
            </a:r>
          </a:p>
          <a:p>
            <a:pPr algn="ctr"/>
            <a:r>
              <a:rPr lang="en-US" dirty="0" err="1"/>
              <a:t>maxFailures</a:t>
            </a:r>
            <a:r>
              <a:rPr lang="en-US" dirty="0"/>
              <a:t>: </a:t>
            </a:r>
            <a:r>
              <a:rPr lang="en-US" dirty="0" err="1"/>
              <a:t>isCI</a:t>
            </a:r>
            <a:r>
              <a:rPr lang="en-US" dirty="0"/>
              <a:t> ? 10 : 0,</a:t>
            </a:r>
          </a:p>
        </p:txBody>
      </p:sp>
      <p:sp>
        <p:nvSpPr>
          <p:cNvPr id="3" name="Rectangle 2">
            <a:extLst>
              <a:ext uri="{FF2B5EF4-FFF2-40B4-BE49-F238E27FC236}">
                <a16:creationId xmlns:a16="http://schemas.microsoft.com/office/drawing/2014/main" id="{1CB9AC17-819F-26F8-0E18-78388DE87446}"/>
              </a:ext>
            </a:extLst>
          </p:cNvPr>
          <p:cNvSpPr/>
          <p:nvPr/>
        </p:nvSpPr>
        <p:spPr>
          <a:xfrm>
            <a:off x="6428232" y="493776"/>
            <a:ext cx="5230368" cy="28163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Tests-ai parallel-ah run panna allow </a:t>
            </a:r>
            <a:r>
              <a:rPr lang="en-US" dirty="0" err="1"/>
              <a:t>pannum</a:t>
            </a:r>
            <a:r>
              <a:rPr lang="en-US" dirty="0"/>
              <a:t>. Browser projects-um </a:t>
            </a:r>
            <a:r>
              <a:rPr lang="en-US" dirty="0" err="1"/>
              <a:t>irundha</a:t>
            </a:r>
            <a:r>
              <a:rPr lang="en-US" dirty="0"/>
              <a:t>, </a:t>
            </a:r>
            <a:r>
              <a:rPr lang="en-US" dirty="0" err="1"/>
              <a:t>ovvoru</a:t>
            </a:r>
            <a:r>
              <a:rPr lang="en-US" dirty="0"/>
              <a:t> project-</a:t>
            </a:r>
            <a:r>
              <a:rPr lang="en-US" dirty="0" err="1"/>
              <a:t>layum</a:t>
            </a:r>
            <a:r>
              <a:rPr lang="en-US" dirty="0"/>
              <a:t> tests run </a:t>
            </a:r>
            <a:r>
              <a:rPr lang="en-US" dirty="0" err="1"/>
              <a:t>aagalaam</a:t>
            </a:r>
            <a:r>
              <a:rPr lang="en-US" dirty="0"/>
              <a:t>.</a:t>
            </a:r>
          </a:p>
          <a:p>
            <a:r>
              <a:rPr lang="en-US" dirty="0"/>
              <a:t>Example: 10 independent tests </a:t>
            </a:r>
            <a:r>
              <a:rPr lang="en-US" dirty="0" err="1"/>
              <a:t>irundha</a:t>
            </a:r>
            <a:r>
              <a:rPr lang="en-US" dirty="0"/>
              <a:t>, available workers base panni </a:t>
            </a:r>
            <a:r>
              <a:rPr lang="en-US" dirty="0" err="1"/>
              <a:t>pala</a:t>
            </a:r>
            <a:r>
              <a:rPr lang="en-US" dirty="0"/>
              <a:t> tests same time-la execute </a:t>
            </a:r>
            <a:r>
              <a:rPr lang="en-US" dirty="0" err="1"/>
              <a:t>aagalaam</a:t>
            </a:r>
            <a:r>
              <a:rPr lang="en-US" dirty="0"/>
              <a:t>.</a:t>
            </a:r>
          </a:p>
          <a:p>
            <a:r>
              <a:rPr lang="en-US" dirty="0"/>
              <a:t>Industry tip: Parallel testing-</a:t>
            </a:r>
            <a:r>
              <a:rPr lang="en-US" dirty="0" err="1"/>
              <a:t>ku</a:t>
            </a:r>
            <a:r>
              <a:rPr lang="en-US" dirty="0"/>
              <a:t> tests independent-ah </a:t>
            </a:r>
            <a:r>
              <a:rPr lang="en-US" dirty="0" err="1"/>
              <a:t>irukkanum</a:t>
            </a:r>
            <a:r>
              <a:rPr lang="en-US" dirty="0"/>
              <a:t>. Oru test create panna data-ai </a:t>
            </a:r>
            <a:r>
              <a:rPr lang="en-US" dirty="0" err="1"/>
              <a:t>innoru</a:t>
            </a:r>
            <a:r>
              <a:rPr lang="en-US" dirty="0"/>
              <a:t> test depend </a:t>
            </a:r>
            <a:r>
              <a:rPr lang="en-US" dirty="0" err="1"/>
              <a:t>pannina</a:t>
            </a:r>
            <a:r>
              <a:rPr lang="en-US" dirty="0"/>
              <a:t>, race conditions </a:t>
            </a:r>
            <a:r>
              <a:rPr lang="en-US" dirty="0" err="1"/>
              <a:t>varalaam</a:t>
            </a:r>
            <a:r>
              <a:rPr lang="en-US" dirty="0"/>
              <a:t>.</a:t>
            </a:r>
          </a:p>
          <a:p>
            <a:pPr algn="ctr"/>
            <a:endParaRPr lang="en-US" dirty="0"/>
          </a:p>
        </p:txBody>
      </p:sp>
      <p:cxnSp>
        <p:nvCxnSpPr>
          <p:cNvPr id="7" name="Straight Arrow Connector 6">
            <a:extLst>
              <a:ext uri="{FF2B5EF4-FFF2-40B4-BE49-F238E27FC236}">
                <a16:creationId xmlns:a16="http://schemas.microsoft.com/office/drawing/2014/main" id="{96705ADF-F2EF-9738-06CC-CA6896AFAB0D}"/>
              </a:ext>
            </a:extLst>
          </p:cNvPr>
          <p:cNvCxnSpPr/>
          <p:nvPr/>
        </p:nvCxnSpPr>
        <p:spPr>
          <a:xfrm>
            <a:off x="4343400" y="1179576"/>
            <a:ext cx="20391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6295C739-D2DB-E573-6A49-CC10D80906ED}"/>
              </a:ext>
            </a:extLst>
          </p:cNvPr>
          <p:cNvSpPr/>
          <p:nvPr/>
        </p:nvSpPr>
        <p:spPr>
          <a:xfrm>
            <a:off x="795528" y="3520440"/>
            <a:ext cx="3310128" cy="1828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CI-la 10 test failures reach </a:t>
            </a:r>
            <a:r>
              <a:rPr lang="en-US" dirty="0" err="1"/>
              <a:t>aana</a:t>
            </a:r>
            <a:r>
              <a:rPr lang="en-US" dirty="0"/>
              <a:t>, remaining execution stop </a:t>
            </a:r>
            <a:r>
              <a:rPr lang="en-US" dirty="0" err="1"/>
              <a:t>pannum</a:t>
            </a:r>
            <a:r>
              <a:rPr lang="en-US" dirty="0"/>
              <a:t>.</a:t>
            </a:r>
          </a:p>
          <a:p>
            <a:r>
              <a:rPr lang="en-US" dirty="0"/>
              <a:t>Local-la 0 means failure-count limit </a:t>
            </a:r>
            <a:r>
              <a:rPr lang="en-US" dirty="0" err="1"/>
              <a:t>illai</a:t>
            </a:r>
            <a:r>
              <a:rPr lang="en-US" dirty="0"/>
              <a:t>.</a:t>
            </a:r>
          </a:p>
          <a:p>
            <a:pPr algn="ctr"/>
            <a:endParaRPr lang="en-US" dirty="0"/>
          </a:p>
        </p:txBody>
      </p:sp>
      <p:sp>
        <p:nvSpPr>
          <p:cNvPr id="10" name="Rectangle 9">
            <a:extLst>
              <a:ext uri="{FF2B5EF4-FFF2-40B4-BE49-F238E27FC236}">
                <a16:creationId xmlns:a16="http://schemas.microsoft.com/office/drawing/2014/main" id="{B6AF1F07-293D-FED2-5A81-5C32E0AD810B}"/>
              </a:ext>
            </a:extLst>
          </p:cNvPr>
          <p:cNvSpPr/>
          <p:nvPr/>
        </p:nvSpPr>
        <p:spPr>
          <a:xfrm>
            <a:off x="4343400" y="3611879"/>
            <a:ext cx="3742946" cy="30754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err="1"/>
              <a:t>Idhu</a:t>
            </a:r>
            <a:r>
              <a:rPr lang="en-US" dirty="0"/>
              <a:t> ternary operator.</a:t>
            </a:r>
          </a:p>
          <a:p>
            <a:pPr lvl="0"/>
            <a:r>
              <a:rPr lang="en-US" dirty="0"/>
              <a:t>CI true-</a:t>
            </a:r>
            <a:r>
              <a:rPr lang="en-US" dirty="0" err="1"/>
              <a:t>na</a:t>
            </a:r>
            <a:r>
              <a:rPr lang="en-US" dirty="0"/>
              <a:t> 2 retries.</a:t>
            </a:r>
          </a:p>
          <a:p>
            <a:pPr lvl="0"/>
            <a:r>
              <a:rPr lang="en-US" dirty="0"/>
              <a:t>CI false-</a:t>
            </a:r>
            <a:r>
              <a:rPr lang="en-US" dirty="0" err="1"/>
              <a:t>na</a:t>
            </a:r>
            <a:r>
              <a:rPr lang="en-US" dirty="0"/>
              <a:t> 0 retries.</a:t>
            </a:r>
          </a:p>
          <a:p>
            <a:r>
              <a:rPr lang="en-US" dirty="0"/>
              <a:t>Test first attempt-la fail </a:t>
            </a:r>
            <a:r>
              <a:rPr lang="en-US" dirty="0" err="1"/>
              <a:t>aana</a:t>
            </a:r>
            <a:r>
              <a:rPr lang="en-US" dirty="0"/>
              <a:t>, Playwright maximum 2 additional attempts try </a:t>
            </a:r>
            <a:r>
              <a:rPr lang="en-US" dirty="0" err="1"/>
              <a:t>pannum</a:t>
            </a:r>
            <a:r>
              <a:rPr lang="en-US" dirty="0"/>
              <a:t>.</a:t>
            </a:r>
          </a:p>
          <a:p>
            <a:r>
              <a:rPr lang="en-US" dirty="0"/>
              <a:t>Retries failure-ai diagnose panna help </a:t>
            </a:r>
            <a:r>
              <a:rPr lang="en-US" dirty="0" err="1"/>
              <a:t>pannum</a:t>
            </a:r>
            <a:r>
              <a:rPr lang="en-US" dirty="0"/>
              <a:t>; </a:t>
            </a:r>
            <a:r>
              <a:rPr lang="en-US" dirty="0" err="1"/>
              <a:t>aana</a:t>
            </a:r>
            <a:r>
              <a:rPr lang="en-US" dirty="0"/>
              <a:t> unstable tests-ai permanently fix </a:t>
            </a:r>
            <a:r>
              <a:rPr lang="en-US" dirty="0" err="1"/>
              <a:t>pannradhukku</a:t>
            </a:r>
            <a:r>
              <a:rPr lang="en-US" dirty="0"/>
              <a:t> substitute </a:t>
            </a:r>
            <a:r>
              <a:rPr lang="en-US" dirty="0" err="1"/>
              <a:t>illa</a:t>
            </a:r>
            <a:endParaRPr lang="en-US" dirty="0"/>
          </a:p>
          <a:p>
            <a:pPr algn="ctr"/>
            <a:endParaRPr lang="en-US" dirty="0"/>
          </a:p>
        </p:txBody>
      </p:sp>
      <p:sp>
        <p:nvSpPr>
          <p:cNvPr id="12" name="Rectangle 11">
            <a:extLst>
              <a:ext uri="{FF2B5EF4-FFF2-40B4-BE49-F238E27FC236}">
                <a16:creationId xmlns:a16="http://schemas.microsoft.com/office/drawing/2014/main" id="{4C8FFC20-8DEB-5F4A-80A9-28C99C31774A}"/>
              </a:ext>
            </a:extLst>
          </p:cNvPr>
          <p:cNvSpPr/>
          <p:nvPr/>
        </p:nvSpPr>
        <p:spPr>
          <a:xfrm>
            <a:off x="8150352" y="3547872"/>
            <a:ext cx="3617976" cy="239572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Developer mistake-ah </a:t>
            </a:r>
            <a:r>
              <a:rPr lang="en-US" dirty="0" err="1"/>
              <a:t>test.only</a:t>
            </a:r>
            <a:r>
              <a:rPr lang="en-US" dirty="0"/>
              <a:t>() leave </a:t>
            </a:r>
            <a:r>
              <a:rPr lang="en-US" dirty="0" err="1"/>
              <a:t>pannita</a:t>
            </a:r>
            <a:r>
              <a:rPr lang="en-US" dirty="0"/>
              <a:t>, CI-la </a:t>
            </a:r>
            <a:r>
              <a:rPr lang="en-US" dirty="0" err="1"/>
              <a:t>ella</a:t>
            </a:r>
            <a:r>
              <a:rPr lang="en-US" dirty="0"/>
              <a:t> tests-um run </a:t>
            </a:r>
            <a:r>
              <a:rPr lang="en-US" dirty="0" err="1"/>
              <a:t>aagama</a:t>
            </a:r>
            <a:r>
              <a:rPr lang="en-US" dirty="0"/>
              <a:t> </a:t>
            </a:r>
            <a:r>
              <a:rPr lang="en-US" dirty="0" err="1"/>
              <a:t>oru</a:t>
            </a:r>
            <a:r>
              <a:rPr lang="en-US" dirty="0"/>
              <a:t> test </a:t>
            </a:r>
            <a:r>
              <a:rPr lang="en-US" dirty="0" err="1"/>
              <a:t>mattum</a:t>
            </a:r>
            <a:r>
              <a:rPr lang="en-US" dirty="0"/>
              <a:t> run </a:t>
            </a:r>
            <a:r>
              <a:rPr lang="en-US" dirty="0" err="1"/>
              <a:t>aagura</a:t>
            </a:r>
            <a:r>
              <a:rPr lang="en-US" dirty="0"/>
              <a:t> problem varum.</a:t>
            </a:r>
          </a:p>
          <a:p>
            <a:pPr lvl="0"/>
            <a:r>
              <a:rPr lang="en-US" dirty="0"/>
              <a:t>Local-la </a:t>
            </a:r>
            <a:r>
              <a:rPr lang="en-US" dirty="0" err="1"/>
              <a:t>isCI</a:t>
            </a:r>
            <a:r>
              <a:rPr lang="en-US" dirty="0"/>
              <a:t>=false → </a:t>
            </a:r>
            <a:r>
              <a:rPr lang="en-US" dirty="0" err="1"/>
              <a:t>test.only</a:t>
            </a:r>
            <a:r>
              <a:rPr lang="en-US" dirty="0"/>
              <a:t>() allowed.</a:t>
            </a:r>
          </a:p>
          <a:p>
            <a:pPr lvl="0"/>
            <a:r>
              <a:rPr lang="en-US" dirty="0"/>
              <a:t>CI-la </a:t>
            </a:r>
            <a:r>
              <a:rPr lang="en-US" dirty="0" err="1"/>
              <a:t>isCI</a:t>
            </a:r>
            <a:r>
              <a:rPr lang="en-US" dirty="0"/>
              <a:t>=true → </a:t>
            </a:r>
            <a:r>
              <a:rPr lang="en-US" dirty="0" err="1"/>
              <a:t>test.only</a:t>
            </a:r>
            <a:r>
              <a:rPr lang="en-US" dirty="0"/>
              <a:t>() </a:t>
            </a:r>
            <a:r>
              <a:rPr lang="en-US" dirty="0" err="1"/>
              <a:t>irundha</a:t>
            </a:r>
            <a:r>
              <a:rPr lang="en-US" dirty="0"/>
              <a:t> test run fail </a:t>
            </a:r>
            <a:r>
              <a:rPr lang="en-US" dirty="0" err="1"/>
              <a:t>aagum</a:t>
            </a:r>
            <a:r>
              <a:rPr lang="en-US" dirty="0"/>
              <a:t>.</a:t>
            </a:r>
          </a:p>
          <a:p>
            <a:pPr algn="ctr"/>
            <a:endParaRPr lang="en-US" dirty="0"/>
          </a:p>
        </p:txBody>
      </p:sp>
      <p:cxnSp>
        <p:nvCxnSpPr>
          <p:cNvPr id="14" name="Straight Arrow Connector 13">
            <a:extLst>
              <a:ext uri="{FF2B5EF4-FFF2-40B4-BE49-F238E27FC236}">
                <a16:creationId xmlns:a16="http://schemas.microsoft.com/office/drawing/2014/main" id="{BBCE449F-8716-2B78-1FCF-7A54F61C2008}"/>
              </a:ext>
            </a:extLst>
          </p:cNvPr>
          <p:cNvCxnSpPr>
            <a:endCxn id="12" idx="1"/>
          </p:cNvCxnSpPr>
          <p:nvPr/>
        </p:nvCxnSpPr>
        <p:spPr>
          <a:xfrm>
            <a:off x="4105656" y="1481328"/>
            <a:ext cx="4044696" cy="32644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7171EF8-3FF0-DDAB-F1B3-3EEB95335D63}"/>
              </a:ext>
            </a:extLst>
          </p:cNvPr>
          <p:cNvCxnSpPr>
            <a:endCxn id="10" idx="0"/>
          </p:cNvCxnSpPr>
          <p:nvPr/>
        </p:nvCxnSpPr>
        <p:spPr>
          <a:xfrm>
            <a:off x="4453128" y="2121408"/>
            <a:ext cx="1761745" cy="14904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A1CDBCB0-071A-FCF0-1C1F-695C01E268CB}"/>
              </a:ext>
            </a:extLst>
          </p:cNvPr>
          <p:cNvCxnSpPr>
            <a:endCxn id="8" idx="0"/>
          </p:cNvCxnSpPr>
          <p:nvPr/>
        </p:nvCxnSpPr>
        <p:spPr>
          <a:xfrm flipH="1">
            <a:off x="2450592" y="2487168"/>
            <a:ext cx="411480" cy="1033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9876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62F318-8851-9B5A-B89E-2961F7D95FF9}"/>
              </a:ext>
            </a:extLst>
          </p:cNvPr>
          <p:cNvSpPr/>
          <p:nvPr/>
        </p:nvSpPr>
        <p:spPr>
          <a:xfrm>
            <a:off x="548640" y="365760"/>
            <a:ext cx="3803904"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workers: </a:t>
            </a:r>
            <a:r>
              <a:rPr lang="en-US" dirty="0" err="1"/>
              <a:t>isCI</a:t>
            </a:r>
            <a:r>
              <a:rPr lang="en-US" dirty="0"/>
              <a:t> ? 2 : undefined,</a:t>
            </a:r>
          </a:p>
        </p:txBody>
      </p:sp>
      <p:sp>
        <p:nvSpPr>
          <p:cNvPr id="3" name="Rectangle 2">
            <a:extLst>
              <a:ext uri="{FF2B5EF4-FFF2-40B4-BE49-F238E27FC236}">
                <a16:creationId xmlns:a16="http://schemas.microsoft.com/office/drawing/2014/main" id="{463987E0-140B-D034-F07D-AE9715A5C24A}"/>
              </a:ext>
            </a:extLst>
          </p:cNvPr>
          <p:cNvSpPr/>
          <p:nvPr/>
        </p:nvSpPr>
        <p:spPr>
          <a:xfrm>
            <a:off x="5989320" y="557784"/>
            <a:ext cx="4754880" cy="21305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r>
              <a:rPr lang="en-US" dirty="0"/>
              <a:t>CI-la maximum 2 workers.</a:t>
            </a:r>
          </a:p>
          <a:p>
            <a:pPr lvl="0"/>
            <a:r>
              <a:rPr lang="en-US" dirty="0"/>
              <a:t>Local-la undefined </a:t>
            </a:r>
            <a:r>
              <a:rPr lang="en-US" dirty="0" err="1"/>
              <a:t>kudukkumbodhu</a:t>
            </a:r>
            <a:r>
              <a:rPr lang="en-US" dirty="0"/>
              <a:t> Playwright default worker selection-ai use </a:t>
            </a:r>
            <a:r>
              <a:rPr lang="en-US" dirty="0" err="1"/>
              <a:t>pannum</a:t>
            </a:r>
            <a:r>
              <a:rPr lang="en-US" dirty="0"/>
              <a:t>.</a:t>
            </a:r>
          </a:p>
          <a:p>
            <a:r>
              <a:rPr lang="en-US" dirty="0"/>
              <a:t>Jenkins machine resources limited-ah </a:t>
            </a:r>
            <a:r>
              <a:rPr lang="en-US" dirty="0" err="1"/>
              <a:t>irundha</a:t>
            </a:r>
            <a:r>
              <a:rPr lang="en-US" dirty="0"/>
              <a:t>, worker count control </a:t>
            </a:r>
            <a:r>
              <a:rPr lang="en-US" dirty="0" err="1"/>
              <a:t>pannuradhu</a:t>
            </a:r>
            <a:r>
              <a:rPr lang="en-US" dirty="0"/>
              <a:t> useful.</a:t>
            </a:r>
          </a:p>
          <a:p>
            <a:pPr algn="ctr"/>
            <a:endParaRPr lang="en-US" dirty="0"/>
          </a:p>
        </p:txBody>
      </p:sp>
      <p:cxnSp>
        <p:nvCxnSpPr>
          <p:cNvPr id="7" name="Straight Arrow Connector 6">
            <a:extLst>
              <a:ext uri="{FF2B5EF4-FFF2-40B4-BE49-F238E27FC236}">
                <a16:creationId xmlns:a16="http://schemas.microsoft.com/office/drawing/2014/main" id="{36261534-90EC-A757-3B1B-3DC4692CF077}"/>
              </a:ext>
            </a:extLst>
          </p:cNvPr>
          <p:cNvCxnSpPr>
            <a:cxnSpLocks/>
            <a:stCxn id="2" idx="3"/>
            <a:endCxn id="3" idx="1"/>
          </p:cNvCxnSpPr>
          <p:nvPr/>
        </p:nvCxnSpPr>
        <p:spPr>
          <a:xfrm>
            <a:off x="4352544" y="708660"/>
            <a:ext cx="1636776" cy="914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B79B14F9-093D-0766-B1E5-F6DAAA42AA50}"/>
              </a:ext>
            </a:extLst>
          </p:cNvPr>
          <p:cNvSpPr/>
          <p:nvPr/>
        </p:nvSpPr>
        <p:spPr>
          <a:xfrm>
            <a:off x="630936" y="2286000"/>
            <a:ext cx="3803904" cy="2514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reporter: [</a:t>
            </a:r>
          </a:p>
          <a:p>
            <a:pPr algn="ctr"/>
            <a:r>
              <a:rPr lang="en-US" dirty="0"/>
              <a:t>  ['list'],</a:t>
            </a:r>
          </a:p>
          <a:p>
            <a:pPr algn="ctr"/>
            <a:r>
              <a:rPr lang="en-US" dirty="0"/>
              <a:t>  [</a:t>
            </a:r>
          </a:p>
          <a:p>
            <a:pPr algn="ctr"/>
            <a:r>
              <a:rPr lang="en-US" dirty="0"/>
              <a:t>    'allure-playwright',</a:t>
            </a:r>
          </a:p>
          <a:p>
            <a:pPr algn="ctr"/>
            <a:r>
              <a:rPr lang="en-US" dirty="0"/>
              <a:t>    {</a:t>
            </a:r>
          </a:p>
          <a:p>
            <a:pPr algn="ctr"/>
            <a:r>
              <a:rPr lang="en-US" dirty="0"/>
              <a:t>      </a:t>
            </a:r>
            <a:r>
              <a:rPr lang="en-US" dirty="0" err="1"/>
              <a:t>resultsDir</a:t>
            </a:r>
            <a:r>
              <a:rPr lang="en-US" dirty="0"/>
              <a:t>: 'allure-results',</a:t>
            </a:r>
          </a:p>
          <a:p>
            <a:pPr algn="ctr"/>
            <a:r>
              <a:rPr lang="en-US" dirty="0"/>
              <a:t>    },</a:t>
            </a:r>
          </a:p>
          <a:p>
            <a:pPr algn="ctr"/>
            <a:r>
              <a:rPr lang="en-US" dirty="0"/>
              <a:t>  ],</a:t>
            </a:r>
          </a:p>
          <a:p>
            <a:pPr algn="ctr"/>
            <a:r>
              <a:rPr lang="en-US" dirty="0"/>
              <a:t>],</a:t>
            </a:r>
          </a:p>
        </p:txBody>
      </p:sp>
      <p:sp>
        <p:nvSpPr>
          <p:cNvPr id="11" name="Rectangle 10">
            <a:extLst>
              <a:ext uri="{FF2B5EF4-FFF2-40B4-BE49-F238E27FC236}">
                <a16:creationId xmlns:a16="http://schemas.microsoft.com/office/drawing/2014/main" id="{1CF2C6ED-9281-478E-7DAE-F1B6A53AFAE2}"/>
              </a:ext>
            </a:extLst>
          </p:cNvPr>
          <p:cNvSpPr/>
          <p:nvPr/>
        </p:nvSpPr>
        <p:spPr>
          <a:xfrm>
            <a:off x="5989320" y="3096768"/>
            <a:ext cx="4754880" cy="30525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r>
              <a:rPr lang="en-US" dirty="0"/>
              <a:t>list — terminal-la test names and pass/fail status display </a:t>
            </a:r>
            <a:r>
              <a:rPr lang="en-US" dirty="0" err="1"/>
              <a:t>pannum</a:t>
            </a:r>
            <a:r>
              <a:rPr lang="en-US" dirty="0"/>
              <a:t>.</a:t>
            </a:r>
          </a:p>
          <a:p>
            <a:pPr lvl="0"/>
            <a:r>
              <a:rPr lang="en-US" dirty="0"/>
              <a:t>allure-playwright — test results, failures and supported test details-ai Allure report-</a:t>
            </a:r>
            <a:r>
              <a:rPr lang="en-US" dirty="0" err="1"/>
              <a:t>kaga</a:t>
            </a:r>
            <a:r>
              <a:rPr lang="en-US" dirty="0"/>
              <a:t> collect </a:t>
            </a:r>
            <a:r>
              <a:rPr lang="en-US" dirty="0" err="1"/>
              <a:t>pannum</a:t>
            </a:r>
            <a:r>
              <a:rPr lang="en-US" dirty="0"/>
              <a:t>.</a:t>
            </a:r>
          </a:p>
          <a:p>
            <a:pPr lvl="0"/>
            <a:r>
              <a:rPr lang="en-US" dirty="0" err="1"/>
              <a:t>resultsDir</a:t>
            </a:r>
            <a:r>
              <a:rPr lang="en-US" dirty="0"/>
              <a:t> — raw Allure results allure-results folder-la save </a:t>
            </a:r>
            <a:r>
              <a:rPr lang="en-US" dirty="0" err="1"/>
              <a:t>aagum</a:t>
            </a:r>
            <a:r>
              <a:rPr lang="en-US" dirty="0"/>
              <a:t>.</a:t>
            </a:r>
          </a:p>
          <a:p>
            <a:pPr algn="ctr"/>
            <a:endParaRPr lang="en-US" dirty="0"/>
          </a:p>
        </p:txBody>
      </p:sp>
      <p:cxnSp>
        <p:nvCxnSpPr>
          <p:cNvPr id="13" name="Straight Arrow Connector 12">
            <a:extLst>
              <a:ext uri="{FF2B5EF4-FFF2-40B4-BE49-F238E27FC236}">
                <a16:creationId xmlns:a16="http://schemas.microsoft.com/office/drawing/2014/main" id="{11B5B8EA-6091-7363-DF34-4398CEEE5FC9}"/>
              </a:ext>
            </a:extLst>
          </p:cNvPr>
          <p:cNvCxnSpPr>
            <a:stCxn id="9" idx="3"/>
            <a:endCxn id="11" idx="1"/>
          </p:cNvCxnSpPr>
          <p:nvPr/>
        </p:nvCxnSpPr>
        <p:spPr>
          <a:xfrm>
            <a:off x="4434840" y="3543300"/>
            <a:ext cx="1554480" cy="10797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840F6BC4-3DA9-BFD2-2D21-081E9E14877F}"/>
              </a:ext>
            </a:extLst>
          </p:cNvPr>
          <p:cNvSpPr/>
          <p:nvPr/>
        </p:nvSpPr>
        <p:spPr>
          <a:xfrm>
            <a:off x="1865376" y="6373368"/>
            <a:ext cx="7516368" cy="4846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End of playwright config file</a:t>
            </a:r>
          </a:p>
        </p:txBody>
      </p:sp>
    </p:spTree>
    <p:extLst>
      <p:ext uri="{BB962C8B-B14F-4D97-AF65-F5344CB8AC3E}">
        <p14:creationId xmlns:p14="http://schemas.microsoft.com/office/powerpoint/2010/main" val="3158520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B1826B-5DED-FC7A-29C7-0B483308E809}"/>
              </a:ext>
            </a:extLst>
          </p:cNvPr>
          <p:cNvSpPr/>
          <p:nvPr/>
        </p:nvSpPr>
        <p:spPr>
          <a:xfrm>
            <a:off x="371856" y="118872"/>
            <a:ext cx="5370576" cy="50109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 {</a:t>
            </a:r>
          </a:p>
          <a:p>
            <a:pPr algn="ctr"/>
            <a:r>
              <a:rPr lang="en-US" dirty="0"/>
              <a:t>  </a:t>
            </a:r>
            <a:r>
              <a:rPr lang="en-US" dirty="0" err="1"/>
              <a:t>baseURL</a:t>
            </a:r>
            <a:r>
              <a:rPr lang="en-US" dirty="0"/>
              <a:t>,</a:t>
            </a:r>
          </a:p>
          <a:p>
            <a:pPr algn="ctr"/>
            <a:r>
              <a:rPr lang="en-US" dirty="0"/>
              <a:t>  headless,</a:t>
            </a:r>
          </a:p>
          <a:p>
            <a:pPr algn="ctr"/>
            <a:endParaRPr lang="en-US" dirty="0"/>
          </a:p>
          <a:p>
            <a:pPr algn="ctr"/>
            <a:r>
              <a:rPr lang="en-US" dirty="0"/>
              <a:t>  viewport: {</a:t>
            </a:r>
          </a:p>
          <a:p>
            <a:pPr algn="ctr"/>
            <a:r>
              <a:rPr lang="en-US" dirty="0"/>
              <a:t>    width: 1366,</a:t>
            </a:r>
          </a:p>
          <a:p>
            <a:pPr algn="ctr"/>
            <a:r>
              <a:rPr lang="en-US" dirty="0"/>
              <a:t>    height: 768,</a:t>
            </a:r>
          </a:p>
          <a:p>
            <a:pPr algn="ctr"/>
            <a:r>
              <a:rPr lang="en-US" dirty="0"/>
              <a:t>  },</a:t>
            </a:r>
          </a:p>
          <a:p>
            <a:pPr algn="ctr"/>
            <a:endParaRPr lang="en-US" dirty="0"/>
          </a:p>
          <a:p>
            <a:pPr algn="ctr"/>
            <a:r>
              <a:rPr lang="en-US" dirty="0"/>
              <a:t>  </a:t>
            </a:r>
            <a:r>
              <a:rPr lang="en-US" dirty="0" err="1"/>
              <a:t>actionTimeout</a:t>
            </a:r>
            <a:r>
              <a:rPr lang="en-US" dirty="0"/>
              <a:t>: 10_000,</a:t>
            </a:r>
          </a:p>
          <a:p>
            <a:pPr algn="ctr"/>
            <a:r>
              <a:rPr lang="en-US" dirty="0"/>
              <a:t>  </a:t>
            </a:r>
            <a:r>
              <a:rPr lang="en-US" dirty="0" err="1"/>
              <a:t>navigationTimeout</a:t>
            </a:r>
            <a:r>
              <a:rPr lang="en-US" dirty="0"/>
              <a:t>: 30_000,</a:t>
            </a:r>
          </a:p>
          <a:p>
            <a:pPr algn="ctr"/>
            <a:endParaRPr lang="en-US" dirty="0"/>
          </a:p>
          <a:p>
            <a:pPr algn="ctr"/>
            <a:r>
              <a:rPr lang="en-US" dirty="0"/>
              <a:t>  screenshot: 'only-on-failure',</a:t>
            </a:r>
          </a:p>
          <a:p>
            <a:pPr algn="ctr"/>
            <a:r>
              <a:rPr lang="en-US" dirty="0"/>
              <a:t>  video: 'retain-on-failure',</a:t>
            </a:r>
          </a:p>
          <a:p>
            <a:pPr algn="ctr"/>
            <a:r>
              <a:rPr lang="en-US" dirty="0"/>
              <a:t>  trace: 'retain-on-failure',</a:t>
            </a:r>
          </a:p>
          <a:p>
            <a:pPr algn="ctr"/>
            <a:endParaRPr lang="en-US" dirty="0"/>
          </a:p>
          <a:p>
            <a:pPr algn="ctr"/>
            <a:r>
              <a:rPr lang="en-US" dirty="0"/>
              <a:t>  </a:t>
            </a:r>
            <a:r>
              <a:rPr lang="en-US" dirty="0" err="1"/>
              <a:t>acceptDownloads</a:t>
            </a:r>
            <a:r>
              <a:rPr lang="en-US" dirty="0"/>
              <a:t>: true,</a:t>
            </a:r>
          </a:p>
          <a:p>
            <a:pPr algn="ctr"/>
            <a:r>
              <a:rPr lang="en-US" dirty="0"/>
              <a:t>  </a:t>
            </a:r>
            <a:r>
              <a:rPr lang="en-US" dirty="0" err="1"/>
              <a:t>ignoreHTTPSErrors</a:t>
            </a:r>
            <a:r>
              <a:rPr lang="en-US" dirty="0"/>
              <a:t>: false,</a:t>
            </a:r>
          </a:p>
          <a:p>
            <a:pPr algn="ctr"/>
            <a:r>
              <a:rPr lang="en-US" dirty="0"/>
              <a:t>},</a:t>
            </a:r>
          </a:p>
        </p:txBody>
      </p:sp>
      <p:sp>
        <p:nvSpPr>
          <p:cNvPr id="3" name="Rectangle 2">
            <a:extLst>
              <a:ext uri="{FF2B5EF4-FFF2-40B4-BE49-F238E27FC236}">
                <a16:creationId xmlns:a16="http://schemas.microsoft.com/office/drawing/2014/main" id="{EDCFA71D-5CAA-489D-77C2-EA70FE9E6A26}"/>
              </a:ext>
            </a:extLst>
          </p:cNvPr>
          <p:cNvSpPr/>
          <p:nvPr/>
        </p:nvSpPr>
        <p:spPr>
          <a:xfrm>
            <a:off x="6848856" y="438912"/>
            <a:ext cx="3849624" cy="8778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Already .env-la </a:t>
            </a:r>
            <a:r>
              <a:rPr lang="en-US" dirty="0" err="1"/>
              <a:t>irundhu</a:t>
            </a:r>
            <a:r>
              <a:rPr lang="en-US" dirty="0"/>
              <a:t> select panna URL inga assign </a:t>
            </a:r>
            <a:r>
              <a:rPr lang="en-US" dirty="0" err="1"/>
              <a:t>aagudhu</a:t>
            </a:r>
            <a:r>
              <a:rPr lang="en-US" dirty="0"/>
              <a:t>.</a:t>
            </a:r>
          </a:p>
          <a:p>
            <a:pPr algn="ctr"/>
            <a:r>
              <a:rPr lang="en-US" dirty="0"/>
              <a:t>Example await </a:t>
            </a:r>
            <a:r>
              <a:rPr lang="en-US" dirty="0" err="1"/>
              <a:t>page.goto</a:t>
            </a:r>
            <a:r>
              <a:rPr lang="en-US" dirty="0"/>
              <a:t>('/');</a:t>
            </a:r>
          </a:p>
        </p:txBody>
      </p:sp>
      <p:sp>
        <p:nvSpPr>
          <p:cNvPr id="5" name="Rectangle 4">
            <a:extLst>
              <a:ext uri="{FF2B5EF4-FFF2-40B4-BE49-F238E27FC236}">
                <a16:creationId xmlns:a16="http://schemas.microsoft.com/office/drawing/2014/main" id="{D8E7BDAC-91AC-2877-0893-12B02C23A6D8}"/>
              </a:ext>
            </a:extLst>
          </p:cNvPr>
          <p:cNvSpPr/>
          <p:nvPr/>
        </p:nvSpPr>
        <p:spPr>
          <a:xfrm>
            <a:off x="6848856" y="1600200"/>
            <a:ext cx="3849624" cy="15636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Browser visible-ah </a:t>
            </a:r>
            <a:r>
              <a:rPr lang="en-US" dirty="0" err="1"/>
              <a:t>irukkanuma</a:t>
            </a:r>
            <a:r>
              <a:rPr lang="en-US" dirty="0"/>
              <a:t> </a:t>
            </a:r>
            <a:r>
              <a:rPr lang="en-US" dirty="0" err="1"/>
              <a:t>illai</a:t>
            </a:r>
            <a:r>
              <a:rPr lang="en-US" dirty="0"/>
              <a:t> background-la run </a:t>
            </a:r>
            <a:r>
              <a:rPr lang="en-US" dirty="0" err="1"/>
              <a:t>aaganuma</a:t>
            </a:r>
            <a:r>
              <a:rPr lang="en-US" dirty="0"/>
              <a:t>-nu control </a:t>
            </a:r>
            <a:r>
              <a:rPr lang="en-US" dirty="0" err="1"/>
              <a:t>pannum</a:t>
            </a:r>
            <a:r>
              <a:rPr lang="en-US" dirty="0"/>
              <a:t>. </a:t>
            </a:r>
            <a:r>
              <a:rPr lang="en-US" dirty="0" err="1"/>
              <a:t>Idhu</a:t>
            </a:r>
            <a:r>
              <a:rPr lang="en-US" dirty="0"/>
              <a:t> earlier define panna headless variable-ai use </a:t>
            </a:r>
            <a:r>
              <a:rPr lang="en-US" dirty="0" err="1"/>
              <a:t>pannudhu</a:t>
            </a:r>
            <a:r>
              <a:rPr lang="en-US" dirty="0"/>
              <a:t>.</a:t>
            </a:r>
          </a:p>
        </p:txBody>
      </p:sp>
      <p:sp>
        <p:nvSpPr>
          <p:cNvPr id="7" name="Rectangle 6">
            <a:extLst>
              <a:ext uri="{FF2B5EF4-FFF2-40B4-BE49-F238E27FC236}">
                <a16:creationId xmlns:a16="http://schemas.microsoft.com/office/drawing/2014/main" id="{8CF89CC9-04C6-3EDB-F39D-7ABF528BF4F6}"/>
              </a:ext>
            </a:extLst>
          </p:cNvPr>
          <p:cNvSpPr/>
          <p:nvPr/>
        </p:nvSpPr>
        <p:spPr>
          <a:xfrm>
            <a:off x="6848856" y="3447288"/>
            <a:ext cx="3849624" cy="18836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Browser page viewport size-ai set </a:t>
            </a:r>
            <a:r>
              <a:rPr lang="en-US" dirty="0" err="1"/>
              <a:t>pannum</a:t>
            </a:r>
            <a:r>
              <a:rPr lang="en-US" dirty="0"/>
              <a:t>.</a:t>
            </a:r>
          </a:p>
          <a:p>
            <a:pPr lvl="0"/>
            <a:r>
              <a:rPr lang="en-US" dirty="0"/>
              <a:t>Width: 1366 pixels.</a:t>
            </a:r>
          </a:p>
          <a:p>
            <a:pPr lvl="0"/>
            <a:r>
              <a:rPr lang="en-US" dirty="0"/>
              <a:t>Height: 768 pixels.</a:t>
            </a:r>
          </a:p>
          <a:p>
            <a:r>
              <a:rPr lang="en-US" dirty="0"/>
              <a:t>Responsive UI testing-</a:t>
            </a:r>
            <a:r>
              <a:rPr lang="en-US" dirty="0" err="1"/>
              <a:t>ku</a:t>
            </a:r>
            <a:r>
              <a:rPr lang="en-US" dirty="0"/>
              <a:t> different viewport sizes use </a:t>
            </a:r>
            <a:r>
              <a:rPr lang="en-US" dirty="0" err="1"/>
              <a:t>pannalaam</a:t>
            </a:r>
            <a:r>
              <a:rPr lang="en-US" dirty="0"/>
              <a:t>.</a:t>
            </a:r>
          </a:p>
          <a:p>
            <a:pPr algn="ctr"/>
            <a:endParaRPr lang="en-US" dirty="0"/>
          </a:p>
        </p:txBody>
      </p:sp>
      <p:cxnSp>
        <p:nvCxnSpPr>
          <p:cNvPr id="9" name="Straight Arrow Connector 8">
            <a:extLst>
              <a:ext uri="{FF2B5EF4-FFF2-40B4-BE49-F238E27FC236}">
                <a16:creationId xmlns:a16="http://schemas.microsoft.com/office/drawing/2014/main" id="{A728E4DC-8ACB-E575-0393-06647A89AC3F}"/>
              </a:ext>
            </a:extLst>
          </p:cNvPr>
          <p:cNvCxnSpPr>
            <a:cxnSpLocks/>
            <a:endCxn id="3" idx="1"/>
          </p:cNvCxnSpPr>
          <p:nvPr/>
        </p:nvCxnSpPr>
        <p:spPr>
          <a:xfrm>
            <a:off x="3593592" y="438912"/>
            <a:ext cx="3255264" cy="4389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DD0EBA5-CF27-C779-1F8C-A24B226F333A}"/>
              </a:ext>
            </a:extLst>
          </p:cNvPr>
          <p:cNvCxnSpPr>
            <a:cxnSpLocks/>
            <a:endCxn id="5" idx="1"/>
          </p:cNvCxnSpPr>
          <p:nvPr/>
        </p:nvCxnSpPr>
        <p:spPr>
          <a:xfrm>
            <a:off x="3566160" y="742950"/>
            <a:ext cx="3282696" cy="16390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2FE95ABF-E0D5-FD10-778D-132AC18B0F26}"/>
              </a:ext>
            </a:extLst>
          </p:cNvPr>
          <p:cNvCxnSpPr>
            <a:cxnSpLocks/>
            <a:endCxn id="7" idx="1"/>
          </p:cNvCxnSpPr>
          <p:nvPr/>
        </p:nvCxnSpPr>
        <p:spPr>
          <a:xfrm>
            <a:off x="3739896" y="1546479"/>
            <a:ext cx="3108960" cy="28426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9694BAFF-5B84-25C6-B842-184D6F03886C}"/>
              </a:ext>
            </a:extLst>
          </p:cNvPr>
          <p:cNvSpPr/>
          <p:nvPr/>
        </p:nvSpPr>
        <p:spPr>
          <a:xfrm>
            <a:off x="10800588" y="539496"/>
            <a:ext cx="1391412" cy="21945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Click, fill </a:t>
            </a:r>
            <a:r>
              <a:rPr lang="en-US" dirty="0" err="1"/>
              <a:t>madhiri</a:t>
            </a:r>
            <a:r>
              <a:rPr lang="en-US" dirty="0"/>
              <a:t> actions-</a:t>
            </a:r>
            <a:r>
              <a:rPr lang="en-US" dirty="0" err="1"/>
              <a:t>ku</a:t>
            </a:r>
            <a:r>
              <a:rPr lang="en-US" dirty="0"/>
              <a:t> default timeout 10 seconds.</a:t>
            </a:r>
          </a:p>
        </p:txBody>
      </p:sp>
      <p:sp>
        <p:nvSpPr>
          <p:cNvPr id="16" name="Rectangle 15">
            <a:extLst>
              <a:ext uri="{FF2B5EF4-FFF2-40B4-BE49-F238E27FC236}">
                <a16:creationId xmlns:a16="http://schemas.microsoft.com/office/drawing/2014/main" id="{13337E67-8AF5-1645-DA9A-F0AC9B9B4C6D}"/>
              </a:ext>
            </a:extLst>
          </p:cNvPr>
          <p:cNvSpPr/>
          <p:nvPr/>
        </p:nvSpPr>
        <p:spPr>
          <a:xfrm>
            <a:off x="10800588" y="3096768"/>
            <a:ext cx="1479804" cy="32217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Navigation operations-</a:t>
            </a:r>
            <a:r>
              <a:rPr lang="en-US" dirty="0" err="1"/>
              <a:t>ku</a:t>
            </a:r>
            <a:r>
              <a:rPr lang="en-US" dirty="0"/>
              <a:t> default maximum 30 seconds. Slow-loading pages or navigation waits-</a:t>
            </a:r>
            <a:r>
              <a:rPr lang="en-US" dirty="0" err="1"/>
              <a:t>ku</a:t>
            </a:r>
            <a:r>
              <a:rPr lang="en-US" dirty="0"/>
              <a:t> useful.</a:t>
            </a:r>
          </a:p>
        </p:txBody>
      </p:sp>
      <p:graphicFrame>
        <p:nvGraphicFramePr>
          <p:cNvPr id="18" name="Table 17">
            <a:extLst>
              <a:ext uri="{FF2B5EF4-FFF2-40B4-BE49-F238E27FC236}">
                <a16:creationId xmlns:a16="http://schemas.microsoft.com/office/drawing/2014/main" id="{EBFD67EE-43DD-0B1F-18C0-E3F777A7D4D5}"/>
              </a:ext>
            </a:extLst>
          </p:cNvPr>
          <p:cNvGraphicFramePr>
            <a:graphicFrameLocks noGrp="1"/>
          </p:cNvGraphicFramePr>
          <p:nvPr>
            <p:extLst>
              <p:ext uri="{D42A27DB-BD31-4B8C-83A1-F6EECF244321}">
                <p14:modId xmlns:p14="http://schemas.microsoft.com/office/powerpoint/2010/main" val="1472110826"/>
              </p:ext>
            </p:extLst>
          </p:nvPr>
        </p:nvGraphicFramePr>
        <p:xfrm>
          <a:off x="196596" y="5406390"/>
          <a:ext cx="10515600" cy="109728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575873363"/>
                    </a:ext>
                  </a:extLst>
                </a:gridCol>
                <a:gridCol w="5257800">
                  <a:extLst>
                    <a:ext uri="{9D8B030D-6E8A-4147-A177-3AD203B41FA5}">
                      <a16:colId xmlns:a16="http://schemas.microsoft.com/office/drawing/2014/main" val="3350843015"/>
                    </a:ext>
                  </a:extLst>
                </a:gridCol>
              </a:tblGrid>
              <a:tr h="0">
                <a:tc>
                  <a:txBody>
                    <a:bodyPr/>
                    <a:lstStyle/>
                    <a:p>
                      <a:pPr>
                        <a:buNone/>
                      </a:pPr>
                      <a:r>
                        <a:rPr lang="en-US" dirty="0"/>
                        <a:t>screenshot</a:t>
                      </a:r>
                    </a:p>
                  </a:txBody>
                  <a:tcPr anchor="ctr"/>
                </a:tc>
                <a:tc>
                  <a:txBody>
                    <a:bodyPr/>
                    <a:lstStyle/>
                    <a:p>
                      <a:pPr>
                        <a:buNone/>
                      </a:pPr>
                      <a:r>
                        <a:rPr lang="en-US"/>
                        <a:t>Test fail aana screenshot save pannum</a:t>
                      </a:r>
                    </a:p>
                  </a:txBody>
                  <a:tcPr anchor="ctr"/>
                </a:tc>
                <a:extLst>
                  <a:ext uri="{0D108BD9-81ED-4DB2-BD59-A6C34878D82A}">
                    <a16:rowId xmlns:a16="http://schemas.microsoft.com/office/drawing/2014/main" val="1335719190"/>
                  </a:ext>
                </a:extLst>
              </a:tr>
              <a:tr h="0">
                <a:tc>
                  <a:txBody>
                    <a:bodyPr/>
                    <a:lstStyle/>
                    <a:p>
                      <a:pPr>
                        <a:buNone/>
                      </a:pPr>
                      <a:r>
                        <a:rPr lang="en-US"/>
                        <a:t>video</a:t>
                      </a:r>
                    </a:p>
                  </a:txBody>
                  <a:tcPr anchor="ctr"/>
                </a:tc>
                <a:tc>
                  <a:txBody>
                    <a:bodyPr/>
                    <a:lstStyle/>
                    <a:p>
                      <a:pPr>
                        <a:buNone/>
                      </a:pPr>
                      <a:r>
                        <a:rPr lang="en-US"/>
                        <a:t>Test fail aana video retain pannum</a:t>
                      </a:r>
                    </a:p>
                  </a:txBody>
                  <a:tcPr anchor="ctr"/>
                </a:tc>
                <a:extLst>
                  <a:ext uri="{0D108BD9-81ED-4DB2-BD59-A6C34878D82A}">
                    <a16:rowId xmlns:a16="http://schemas.microsoft.com/office/drawing/2014/main" val="3973090188"/>
                  </a:ext>
                </a:extLst>
              </a:tr>
              <a:tr h="0">
                <a:tc>
                  <a:txBody>
                    <a:bodyPr/>
                    <a:lstStyle/>
                    <a:p>
                      <a:pPr>
                        <a:buNone/>
                      </a:pPr>
                      <a:r>
                        <a:rPr lang="en-US"/>
                        <a:t>trace</a:t>
                      </a:r>
                    </a:p>
                  </a:txBody>
                  <a:tcPr anchor="ctr"/>
                </a:tc>
                <a:tc>
                  <a:txBody>
                    <a:bodyPr/>
                    <a:lstStyle/>
                    <a:p>
                      <a:pPr>
                        <a:buNone/>
                      </a:pPr>
                      <a:r>
                        <a:rPr lang="en-US" dirty="0"/>
                        <a:t>Failure analysis-</a:t>
                      </a:r>
                      <a:r>
                        <a:rPr lang="en-US" dirty="0" err="1"/>
                        <a:t>ku</a:t>
                      </a:r>
                      <a:r>
                        <a:rPr lang="en-US" dirty="0"/>
                        <a:t> trace retain </a:t>
                      </a:r>
                      <a:r>
                        <a:rPr lang="en-US" dirty="0" err="1"/>
                        <a:t>pannum</a:t>
                      </a:r>
                      <a:endParaRPr lang="en-US" dirty="0"/>
                    </a:p>
                  </a:txBody>
                  <a:tcPr anchor="ctr"/>
                </a:tc>
                <a:extLst>
                  <a:ext uri="{0D108BD9-81ED-4DB2-BD59-A6C34878D82A}">
                    <a16:rowId xmlns:a16="http://schemas.microsoft.com/office/drawing/2014/main" val="3243597973"/>
                  </a:ext>
                </a:extLst>
              </a:tr>
            </a:tbl>
          </a:graphicData>
        </a:graphic>
      </p:graphicFrame>
      <p:cxnSp>
        <p:nvCxnSpPr>
          <p:cNvPr id="26" name="Connector: Curved 25">
            <a:extLst>
              <a:ext uri="{FF2B5EF4-FFF2-40B4-BE49-F238E27FC236}">
                <a16:creationId xmlns:a16="http://schemas.microsoft.com/office/drawing/2014/main" id="{2EC81EE1-62B6-A337-AA46-FD0990A81AF0}"/>
              </a:ext>
            </a:extLst>
          </p:cNvPr>
          <p:cNvCxnSpPr/>
          <p:nvPr/>
        </p:nvCxnSpPr>
        <p:spPr>
          <a:xfrm flipV="1">
            <a:off x="4334256" y="1546479"/>
            <a:ext cx="6466332" cy="1068705"/>
          </a:xfrm>
          <a:prstGeom prst="curvedConnector3">
            <a:avLst>
              <a:gd name="adj1" fmla="val 15779"/>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9" name="Connector: Curved 28">
            <a:extLst>
              <a:ext uri="{FF2B5EF4-FFF2-40B4-BE49-F238E27FC236}">
                <a16:creationId xmlns:a16="http://schemas.microsoft.com/office/drawing/2014/main" id="{26EAD22B-B69D-9DAC-BD3E-F1D9021DAEC1}"/>
              </a:ext>
            </a:extLst>
          </p:cNvPr>
          <p:cNvCxnSpPr>
            <a:endCxn id="16" idx="1"/>
          </p:cNvCxnSpPr>
          <p:nvPr/>
        </p:nvCxnSpPr>
        <p:spPr>
          <a:xfrm>
            <a:off x="4443984" y="2967799"/>
            <a:ext cx="6356604" cy="1739837"/>
          </a:xfrm>
          <a:prstGeom prst="curvedConnector3">
            <a:avLst>
              <a:gd name="adj1" fmla="val 9977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070BEC53-0737-EFE9-87D9-A0489BD80AFB}"/>
              </a:ext>
            </a:extLst>
          </p:cNvPr>
          <p:cNvCxnSpPr>
            <a:endCxn id="18" idx="0"/>
          </p:cNvCxnSpPr>
          <p:nvPr/>
        </p:nvCxnSpPr>
        <p:spPr>
          <a:xfrm>
            <a:off x="4517136" y="3837717"/>
            <a:ext cx="937260" cy="15686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9264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165AAA-60EF-F978-CBFB-C8E4E42C59A1}"/>
              </a:ext>
            </a:extLst>
          </p:cNvPr>
          <p:cNvSpPr/>
          <p:nvPr/>
        </p:nvSpPr>
        <p:spPr>
          <a:xfrm>
            <a:off x="182880" y="0"/>
            <a:ext cx="6135624" cy="67391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projects: [</a:t>
            </a:r>
          </a:p>
          <a:p>
            <a:pPr algn="ctr"/>
            <a:r>
              <a:rPr lang="en-US" dirty="0"/>
              <a:t>  {</a:t>
            </a:r>
          </a:p>
          <a:p>
            <a:pPr algn="ctr"/>
            <a:r>
              <a:rPr lang="en-US" dirty="0"/>
              <a:t>    name: 'chromium',</a:t>
            </a:r>
          </a:p>
          <a:p>
            <a:pPr algn="ctr"/>
            <a:r>
              <a:rPr lang="en-US" dirty="0"/>
              <a:t>    use: {</a:t>
            </a:r>
          </a:p>
          <a:p>
            <a:pPr algn="ctr"/>
            <a:r>
              <a:rPr lang="en-US" dirty="0"/>
              <a:t>      </a:t>
            </a:r>
            <a:r>
              <a:rPr lang="en-US" dirty="0" err="1"/>
              <a:t>browserName</a:t>
            </a:r>
            <a:r>
              <a:rPr lang="en-US" dirty="0"/>
              <a:t>: 'chromium',</a:t>
            </a:r>
          </a:p>
          <a:p>
            <a:pPr algn="ctr"/>
            <a:r>
              <a:rPr lang="en-US" dirty="0"/>
              <a:t>    },</a:t>
            </a:r>
          </a:p>
          <a:p>
            <a:pPr algn="ctr"/>
            <a:r>
              <a:rPr lang="en-US" dirty="0"/>
              <a:t>  },</a:t>
            </a:r>
          </a:p>
          <a:p>
            <a:pPr algn="ctr"/>
            <a:endParaRPr lang="en-US" dirty="0"/>
          </a:p>
          <a:p>
            <a:pPr algn="ctr"/>
            <a:r>
              <a:rPr lang="en-US" dirty="0"/>
              <a:t>  {</a:t>
            </a:r>
          </a:p>
          <a:p>
            <a:pPr algn="ctr"/>
            <a:r>
              <a:rPr lang="en-US" dirty="0"/>
              <a:t>    name: 'chrome',</a:t>
            </a:r>
          </a:p>
          <a:p>
            <a:pPr algn="ctr"/>
            <a:r>
              <a:rPr lang="en-US" dirty="0"/>
              <a:t>    use: {</a:t>
            </a:r>
          </a:p>
          <a:p>
            <a:pPr algn="ctr"/>
            <a:r>
              <a:rPr lang="en-US" dirty="0"/>
              <a:t>      </a:t>
            </a:r>
            <a:r>
              <a:rPr lang="en-US" dirty="0" err="1"/>
              <a:t>browserName</a:t>
            </a:r>
            <a:r>
              <a:rPr lang="en-US" dirty="0"/>
              <a:t>: 'chromium',</a:t>
            </a:r>
          </a:p>
          <a:p>
            <a:pPr algn="ctr"/>
            <a:r>
              <a:rPr lang="en-US" dirty="0"/>
              <a:t>      channel: 'chrome',</a:t>
            </a:r>
          </a:p>
          <a:p>
            <a:pPr algn="ctr"/>
            <a:r>
              <a:rPr lang="en-US" dirty="0"/>
              <a:t>    },</a:t>
            </a:r>
          </a:p>
          <a:p>
            <a:pPr algn="ctr"/>
            <a:r>
              <a:rPr lang="en-US" dirty="0"/>
              <a:t>  },</a:t>
            </a:r>
          </a:p>
          <a:p>
            <a:pPr algn="ctr"/>
            <a:endParaRPr lang="en-US" dirty="0"/>
          </a:p>
          <a:p>
            <a:pPr algn="ctr"/>
            <a:r>
              <a:rPr lang="en-US" dirty="0"/>
              <a:t>  {</a:t>
            </a:r>
          </a:p>
          <a:p>
            <a:pPr algn="ctr"/>
            <a:r>
              <a:rPr lang="en-US" dirty="0"/>
              <a:t>    name: '</a:t>
            </a:r>
            <a:r>
              <a:rPr lang="en-US" dirty="0" err="1"/>
              <a:t>firefox</a:t>
            </a:r>
            <a:r>
              <a:rPr lang="en-US" dirty="0"/>
              <a:t>',</a:t>
            </a:r>
          </a:p>
          <a:p>
            <a:pPr algn="ctr"/>
            <a:r>
              <a:rPr lang="en-US" dirty="0"/>
              <a:t>    use: {</a:t>
            </a:r>
          </a:p>
          <a:p>
            <a:pPr algn="ctr"/>
            <a:r>
              <a:rPr lang="en-US" dirty="0"/>
              <a:t>      </a:t>
            </a:r>
            <a:r>
              <a:rPr lang="en-US" dirty="0" err="1"/>
              <a:t>browserName</a:t>
            </a:r>
            <a:r>
              <a:rPr lang="en-US" dirty="0"/>
              <a:t>: '</a:t>
            </a:r>
            <a:r>
              <a:rPr lang="en-US" dirty="0" err="1"/>
              <a:t>firefox</a:t>
            </a:r>
            <a:r>
              <a:rPr lang="en-US" dirty="0"/>
              <a:t>',</a:t>
            </a:r>
          </a:p>
          <a:p>
            <a:pPr algn="ctr"/>
            <a:r>
              <a:rPr lang="en-US" dirty="0"/>
              <a:t>    },</a:t>
            </a:r>
          </a:p>
          <a:p>
            <a:pPr algn="ctr"/>
            <a:r>
              <a:rPr lang="en-US" dirty="0"/>
              <a:t>  },</a:t>
            </a:r>
          </a:p>
          <a:p>
            <a:pPr algn="ctr"/>
            <a:r>
              <a:rPr lang="en-US" dirty="0"/>
              <a:t>],</a:t>
            </a:r>
          </a:p>
        </p:txBody>
      </p:sp>
      <p:sp>
        <p:nvSpPr>
          <p:cNvPr id="3" name="Rectangle 2">
            <a:extLst>
              <a:ext uri="{FF2B5EF4-FFF2-40B4-BE49-F238E27FC236}">
                <a16:creationId xmlns:a16="http://schemas.microsoft.com/office/drawing/2014/main" id="{EE4D1F04-71D8-9906-A642-F7D855E0433B}"/>
              </a:ext>
            </a:extLst>
          </p:cNvPr>
          <p:cNvSpPr/>
          <p:nvPr/>
        </p:nvSpPr>
        <p:spPr>
          <a:xfrm>
            <a:off x="7013448" y="265176"/>
            <a:ext cx="4434840" cy="14356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projects use panni ore test suite-ai different browser configurations-la execute </a:t>
            </a:r>
            <a:r>
              <a:rPr lang="en-US" dirty="0" err="1"/>
              <a:t>pannalaam</a:t>
            </a:r>
            <a:r>
              <a:rPr lang="en-US" dirty="0"/>
              <a:t>.</a:t>
            </a:r>
          </a:p>
        </p:txBody>
      </p:sp>
      <p:sp>
        <p:nvSpPr>
          <p:cNvPr id="4" name="Rectangle: Rounded Corners 3">
            <a:extLst>
              <a:ext uri="{FF2B5EF4-FFF2-40B4-BE49-F238E27FC236}">
                <a16:creationId xmlns:a16="http://schemas.microsoft.com/office/drawing/2014/main" id="{AE77B2A8-1FE0-333B-B8EB-46F08BFE521E}"/>
              </a:ext>
            </a:extLst>
          </p:cNvPr>
          <p:cNvSpPr/>
          <p:nvPr/>
        </p:nvSpPr>
        <p:spPr>
          <a:xfrm>
            <a:off x="6940296" y="2157984"/>
            <a:ext cx="4507992" cy="363931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npx</a:t>
            </a:r>
            <a:r>
              <a:rPr lang="en-US" dirty="0"/>
              <a:t> playwright test,</a:t>
            </a:r>
            <a:br>
              <a:rPr lang="en-US" dirty="0"/>
            </a:br>
            <a:r>
              <a:rPr lang="en-US" dirty="0" err="1"/>
              <a:t>npx</a:t>
            </a:r>
            <a:r>
              <a:rPr lang="en-US" dirty="0"/>
              <a:t> playwright test --project=chromium,</a:t>
            </a:r>
            <a:br>
              <a:rPr lang="en-US" dirty="0"/>
            </a:br>
            <a:r>
              <a:rPr lang="en-US" dirty="0" err="1"/>
              <a:t>npx</a:t>
            </a:r>
            <a:r>
              <a:rPr lang="en-US" dirty="0"/>
              <a:t> playwright test --project=</a:t>
            </a:r>
            <a:r>
              <a:rPr lang="en-US" dirty="0" err="1"/>
              <a:t>firefox</a:t>
            </a:r>
            <a:endParaRPr lang="en-US" dirty="0"/>
          </a:p>
          <a:p>
            <a:pPr algn="ctr"/>
            <a:endParaRPr lang="en-US" dirty="0"/>
          </a:p>
          <a:p>
            <a:pPr algn="ctr"/>
            <a:br>
              <a:rPr lang="en-US" dirty="0"/>
            </a:br>
            <a:r>
              <a:rPr lang="en-US" dirty="0"/>
              <a:t>Oru test file </a:t>
            </a:r>
            <a:r>
              <a:rPr lang="en-US" dirty="0" err="1"/>
              <a:t>irundhaalum</a:t>
            </a:r>
            <a:r>
              <a:rPr lang="en-US" dirty="0"/>
              <a:t>,</a:t>
            </a:r>
          </a:p>
          <a:p>
            <a:pPr algn="ctr"/>
            <a:r>
              <a:rPr lang="en-US" dirty="0"/>
              <a:t> all three projects select </a:t>
            </a:r>
            <a:r>
              <a:rPr lang="en-US" dirty="0" err="1"/>
              <a:t>pannirundha</a:t>
            </a:r>
            <a:r>
              <a:rPr lang="en-US" dirty="0"/>
              <a:t> </a:t>
            </a:r>
            <a:r>
              <a:rPr lang="en-US" dirty="0" err="1"/>
              <a:t>adhu</a:t>
            </a:r>
            <a:r>
              <a:rPr lang="en-US" dirty="0"/>
              <a:t> </a:t>
            </a:r>
            <a:r>
              <a:rPr lang="en-US" dirty="0" err="1"/>
              <a:t>ovvoru</a:t>
            </a:r>
            <a:r>
              <a:rPr lang="en-US" dirty="0"/>
              <a:t> project-</a:t>
            </a:r>
            <a:r>
              <a:rPr lang="en-US" dirty="0" err="1"/>
              <a:t>layum</a:t>
            </a:r>
            <a:r>
              <a:rPr lang="en-US" dirty="0"/>
              <a:t> run </a:t>
            </a:r>
            <a:r>
              <a:rPr lang="en-US" dirty="0" err="1"/>
              <a:t>aagum</a:t>
            </a:r>
            <a:r>
              <a:rPr lang="en-US" dirty="0"/>
              <a:t>. </a:t>
            </a:r>
            <a:r>
              <a:rPr lang="en-US" dirty="0" err="1"/>
              <a:t>Adhanaala</a:t>
            </a:r>
            <a:r>
              <a:rPr lang="en-US" dirty="0"/>
              <a:t> </a:t>
            </a:r>
            <a:r>
              <a:rPr lang="en-US" dirty="0" err="1"/>
              <a:t>dhaan</a:t>
            </a:r>
            <a:r>
              <a:rPr lang="en-US" dirty="0"/>
              <a:t> same test three times pass </a:t>
            </a:r>
            <a:r>
              <a:rPr lang="en-US" dirty="0" err="1"/>
              <a:t>aaguradha</a:t>
            </a:r>
            <a:r>
              <a:rPr lang="en-US" dirty="0"/>
              <a:t> </a:t>
            </a:r>
            <a:r>
              <a:rPr lang="en-US" dirty="0" err="1"/>
              <a:t>paarkkalaam</a:t>
            </a:r>
            <a:r>
              <a:rPr lang="en-US" dirty="0"/>
              <a:t>.</a:t>
            </a:r>
          </a:p>
        </p:txBody>
      </p:sp>
    </p:spTree>
    <p:extLst>
      <p:ext uri="{BB962C8B-B14F-4D97-AF65-F5344CB8AC3E}">
        <p14:creationId xmlns:p14="http://schemas.microsoft.com/office/powerpoint/2010/main" val="1823983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47C0F6-3FDE-F9B4-21E1-2304EF39674C}"/>
              </a:ext>
            </a:extLst>
          </p:cNvPr>
          <p:cNvSpPr/>
          <p:nvPr/>
        </p:nvSpPr>
        <p:spPr>
          <a:xfrm>
            <a:off x="804672" y="566928"/>
            <a:ext cx="8183880" cy="5394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 Driven approach: </a:t>
            </a:r>
            <a:r>
              <a:rPr lang="en-US" dirty="0" err="1"/>
              <a:t>json</a:t>
            </a:r>
            <a:r>
              <a:rPr lang="en-US" dirty="0"/>
              <a:t> format</a:t>
            </a:r>
          </a:p>
        </p:txBody>
      </p:sp>
      <p:sp>
        <p:nvSpPr>
          <p:cNvPr id="3" name="Rectangle: Rounded Corners 2">
            <a:extLst>
              <a:ext uri="{FF2B5EF4-FFF2-40B4-BE49-F238E27FC236}">
                <a16:creationId xmlns:a16="http://schemas.microsoft.com/office/drawing/2014/main" id="{3DEFE65A-118A-C4C6-D348-6DBB5958B1C4}"/>
              </a:ext>
            </a:extLst>
          </p:cNvPr>
          <p:cNvSpPr/>
          <p:nvPr/>
        </p:nvSpPr>
        <p:spPr>
          <a:xfrm>
            <a:off x="667512" y="1472184"/>
            <a:ext cx="5998464" cy="1143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Create a folder called test data in that create a note pad and store all test data and save it as .</a:t>
            </a:r>
            <a:r>
              <a:rPr lang="en-US" dirty="0" err="1"/>
              <a:t>json</a:t>
            </a:r>
            <a:r>
              <a:rPr lang="en-US" dirty="0"/>
              <a:t> file</a:t>
            </a:r>
          </a:p>
        </p:txBody>
      </p:sp>
      <p:sp>
        <p:nvSpPr>
          <p:cNvPr id="4" name="Rectangle: Rounded Corners 3">
            <a:extLst>
              <a:ext uri="{FF2B5EF4-FFF2-40B4-BE49-F238E27FC236}">
                <a16:creationId xmlns:a16="http://schemas.microsoft.com/office/drawing/2014/main" id="{B541BF41-51EC-AC0F-76CF-3B56DC485C03}"/>
              </a:ext>
            </a:extLst>
          </p:cNvPr>
          <p:cNvSpPr/>
          <p:nvPr/>
        </p:nvSpPr>
        <p:spPr>
          <a:xfrm>
            <a:off x="713232" y="3044952"/>
            <a:ext cx="6254496" cy="353872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import </a:t>
            </a:r>
            <a:r>
              <a:rPr lang="en-US" dirty="0" err="1"/>
              <a:t>loginData</a:t>
            </a:r>
            <a:r>
              <a:rPr lang="en-US" dirty="0"/>
              <a:t> from '../</a:t>
            </a:r>
            <a:r>
              <a:rPr lang="en-US" dirty="0" err="1"/>
              <a:t>testdata</a:t>
            </a:r>
            <a:r>
              <a:rPr lang="en-US" dirty="0"/>
              <a:t>/</a:t>
            </a:r>
            <a:r>
              <a:rPr lang="en-US" dirty="0" err="1"/>
              <a:t>loginData.json</a:t>
            </a:r>
            <a:r>
              <a:rPr lang="en-US" dirty="0"/>
              <a:t>' with { type: '</a:t>
            </a:r>
            <a:r>
              <a:rPr lang="en-US" dirty="0" err="1"/>
              <a:t>json</a:t>
            </a:r>
            <a:r>
              <a:rPr lang="en-US" dirty="0"/>
              <a:t>' };</a:t>
            </a:r>
          </a:p>
          <a:p>
            <a:pPr algn="ctr"/>
            <a:endParaRPr lang="en-US" dirty="0"/>
          </a:p>
          <a:p>
            <a:pPr algn="ctr"/>
            <a:r>
              <a:rPr lang="en-US" dirty="0"/>
              <a:t>export function </a:t>
            </a:r>
            <a:r>
              <a:rPr lang="en-US" dirty="0" err="1"/>
              <a:t>getTestData</a:t>
            </a:r>
            <a:r>
              <a:rPr lang="en-US" dirty="0"/>
              <a:t>(</a:t>
            </a:r>
            <a:r>
              <a:rPr lang="en-US" dirty="0" err="1"/>
              <a:t>tcId</a:t>
            </a:r>
            <a:r>
              <a:rPr lang="en-US" dirty="0"/>
              <a:t>) {</a:t>
            </a:r>
          </a:p>
          <a:p>
            <a:pPr algn="ctr"/>
            <a:r>
              <a:rPr lang="en-US" dirty="0"/>
              <a:t>  const data = </a:t>
            </a:r>
            <a:r>
              <a:rPr lang="en-US" dirty="0" err="1"/>
              <a:t>loginData.find</a:t>
            </a:r>
            <a:r>
              <a:rPr lang="en-US" dirty="0"/>
              <a:t>(item =&gt; </a:t>
            </a:r>
            <a:r>
              <a:rPr lang="en-US" dirty="0" err="1"/>
              <a:t>item.tcId</a:t>
            </a:r>
            <a:r>
              <a:rPr lang="en-US" dirty="0"/>
              <a:t> === </a:t>
            </a:r>
            <a:r>
              <a:rPr lang="en-US" dirty="0" err="1"/>
              <a:t>tcId</a:t>
            </a:r>
            <a:r>
              <a:rPr lang="en-US" dirty="0"/>
              <a:t>);</a:t>
            </a:r>
          </a:p>
          <a:p>
            <a:pPr algn="ctr"/>
            <a:endParaRPr lang="en-US" dirty="0"/>
          </a:p>
          <a:p>
            <a:pPr algn="ctr"/>
            <a:r>
              <a:rPr lang="en-US" dirty="0"/>
              <a:t>  if (!data) {</a:t>
            </a:r>
          </a:p>
          <a:p>
            <a:pPr algn="ctr"/>
            <a:r>
              <a:rPr lang="en-US" dirty="0"/>
              <a:t>    throw new Error(`Test data not found for ${</a:t>
            </a:r>
            <a:r>
              <a:rPr lang="en-US" dirty="0" err="1"/>
              <a:t>tcId</a:t>
            </a:r>
            <a:r>
              <a:rPr lang="en-US" dirty="0"/>
              <a:t>}`);</a:t>
            </a:r>
          </a:p>
          <a:p>
            <a:pPr algn="ctr"/>
            <a:r>
              <a:rPr lang="en-US" dirty="0"/>
              <a:t>  }</a:t>
            </a:r>
          </a:p>
          <a:p>
            <a:pPr algn="ctr"/>
            <a:endParaRPr lang="en-US" dirty="0"/>
          </a:p>
          <a:p>
            <a:pPr algn="ctr"/>
            <a:r>
              <a:rPr lang="en-US" dirty="0"/>
              <a:t>  return data;</a:t>
            </a:r>
          </a:p>
          <a:p>
            <a:pPr algn="ctr"/>
            <a:r>
              <a:rPr lang="en-US" dirty="0"/>
              <a:t>}</a:t>
            </a:r>
          </a:p>
        </p:txBody>
      </p:sp>
      <p:sp>
        <p:nvSpPr>
          <p:cNvPr id="5" name="Rectangle 4">
            <a:extLst>
              <a:ext uri="{FF2B5EF4-FFF2-40B4-BE49-F238E27FC236}">
                <a16:creationId xmlns:a16="http://schemas.microsoft.com/office/drawing/2014/main" id="{779DD21E-05CB-C419-395F-FC5C89530E71}"/>
              </a:ext>
            </a:extLst>
          </p:cNvPr>
          <p:cNvSpPr/>
          <p:nvPr/>
        </p:nvSpPr>
        <p:spPr>
          <a:xfrm>
            <a:off x="7562088" y="2505456"/>
            <a:ext cx="4407408" cy="39684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r>
              <a:rPr lang="en-US" dirty="0" err="1"/>
              <a:t>getTestData</a:t>
            </a:r>
            <a:r>
              <a:rPr lang="en-US" dirty="0"/>
              <a:t>('TC001') → TC001 record-a search </a:t>
            </a:r>
            <a:r>
              <a:rPr lang="en-US" dirty="0" err="1"/>
              <a:t>pannum</a:t>
            </a:r>
            <a:r>
              <a:rPr lang="en-US" dirty="0"/>
              <a:t>.</a:t>
            </a:r>
          </a:p>
          <a:p>
            <a:pPr lvl="0"/>
            <a:r>
              <a:rPr lang="en-US" dirty="0"/>
              <a:t>find() → match </a:t>
            </a:r>
            <a:r>
              <a:rPr lang="en-US" dirty="0" err="1"/>
              <a:t>aana</a:t>
            </a:r>
            <a:r>
              <a:rPr lang="en-US" dirty="0"/>
              <a:t> first object-a return </a:t>
            </a:r>
            <a:r>
              <a:rPr lang="en-US" dirty="0" err="1"/>
              <a:t>pannum</a:t>
            </a:r>
            <a:r>
              <a:rPr lang="en-US" dirty="0"/>
              <a:t>.</a:t>
            </a:r>
          </a:p>
          <a:p>
            <a:pPr lvl="0"/>
            <a:r>
              <a:rPr lang="en-US" dirty="0"/>
              <a:t>return data → username, password, scenario, </a:t>
            </a:r>
            <a:r>
              <a:rPr lang="en-US" dirty="0" err="1"/>
              <a:t>expectedResult</a:t>
            </a:r>
            <a:r>
              <a:rPr lang="en-US" dirty="0"/>
              <a:t> </a:t>
            </a:r>
            <a:r>
              <a:rPr lang="en-US" dirty="0" err="1"/>
              <a:t>ellathaiyum</a:t>
            </a:r>
            <a:r>
              <a:rPr lang="en-US" dirty="0"/>
              <a:t> return </a:t>
            </a:r>
            <a:r>
              <a:rPr lang="en-US" dirty="0" err="1"/>
              <a:t>pannum</a:t>
            </a:r>
            <a:r>
              <a:rPr lang="en-US" dirty="0"/>
              <a:t>.</a:t>
            </a:r>
          </a:p>
          <a:p>
            <a:pPr lvl="0"/>
            <a:r>
              <a:rPr lang="en-US" dirty="0"/>
              <a:t>TC001 </a:t>
            </a:r>
            <a:r>
              <a:rPr lang="en-US" dirty="0" err="1"/>
              <a:t>illa</a:t>
            </a:r>
            <a:r>
              <a:rPr lang="en-US" dirty="0"/>
              <a:t> </a:t>
            </a:r>
            <a:r>
              <a:rPr lang="en-US" dirty="0" err="1"/>
              <a:t>na</a:t>
            </a:r>
            <a:r>
              <a:rPr lang="en-US" dirty="0"/>
              <a:t> meaningful error throw </a:t>
            </a:r>
            <a:r>
              <a:rPr lang="en-US" dirty="0" err="1"/>
              <a:t>pannum</a:t>
            </a:r>
            <a:r>
              <a:rPr lang="en-US" dirty="0"/>
              <a:t>.</a:t>
            </a:r>
          </a:p>
          <a:p>
            <a:pPr algn="ctr"/>
            <a:endParaRPr lang="en-US" dirty="0"/>
          </a:p>
        </p:txBody>
      </p:sp>
      <p:cxnSp>
        <p:nvCxnSpPr>
          <p:cNvPr id="7" name="Straight Arrow Connector 6">
            <a:extLst>
              <a:ext uri="{FF2B5EF4-FFF2-40B4-BE49-F238E27FC236}">
                <a16:creationId xmlns:a16="http://schemas.microsoft.com/office/drawing/2014/main" id="{8910BCD4-3719-84B4-15E7-9D8F72A21307}"/>
              </a:ext>
            </a:extLst>
          </p:cNvPr>
          <p:cNvCxnSpPr>
            <a:stCxn id="4" idx="3"/>
            <a:endCxn id="5" idx="1"/>
          </p:cNvCxnSpPr>
          <p:nvPr/>
        </p:nvCxnSpPr>
        <p:spPr>
          <a:xfrm flipV="1">
            <a:off x="6967728" y="4489704"/>
            <a:ext cx="594360" cy="3246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1017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1B76E-4B4D-C361-CB28-3BF92DB8B760}"/>
              </a:ext>
            </a:extLst>
          </p:cNvPr>
          <p:cNvSpPr/>
          <p:nvPr/>
        </p:nvSpPr>
        <p:spPr>
          <a:xfrm>
            <a:off x="1417320" y="384048"/>
            <a:ext cx="9198864" cy="62636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dirty="0"/>
              <a:t>After creating </a:t>
            </a:r>
            <a:r>
              <a:rPr lang="en-US" sz="1600" dirty="0" err="1"/>
              <a:t>json</a:t>
            </a:r>
            <a:r>
              <a:rPr lang="en-US" sz="1600" dirty="0"/>
              <a:t> and </a:t>
            </a:r>
            <a:r>
              <a:rPr lang="en-US" sz="1600" dirty="0" err="1"/>
              <a:t>json</a:t>
            </a:r>
            <a:r>
              <a:rPr lang="en-US" sz="1600" dirty="0"/>
              <a:t> reader try creating a test and run this code</a:t>
            </a:r>
            <a:br>
              <a:rPr lang="en-US" sz="1600" dirty="0"/>
            </a:br>
            <a:r>
              <a:rPr lang="en-US" sz="1600" dirty="0"/>
              <a:t>import { test, expect } from '@playwright/test';</a:t>
            </a:r>
          </a:p>
          <a:p>
            <a:r>
              <a:rPr lang="en-US" sz="1600" dirty="0"/>
              <a:t>import { </a:t>
            </a:r>
            <a:r>
              <a:rPr lang="en-US" sz="1600" dirty="0" err="1"/>
              <a:t>getTestData</a:t>
            </a:r>
            <a:r>
              <a:rPr lang="en-US" sz="1600" dirty="0"/>
              <a:t> } from '../utility/testdata.js’;</a:t>
            </a:r>
          </a:p>
          <a:p>
            <a:endParaRPr lang="en-US" sz="1600" dirty="0"/>
          </a:p>
          <a:p>
            <a:r>
              <a:rPr lang="en-US" sz="1600" dirty="0"/>
              <a:t>test('Login scenario', async ({ page }) =&gt; {</a:t>
            </a:r>
          </a:p>
          <a:p>
            <a:r>
              <a:rPr lang="en-US" sz="1600" dirty="0"/>
              <a:t>  const data = </a:t>
            </a:r>
            <a:r>
              <a:rPr lang="en-US" sz="1600" dirty="0" err="1"/>
              <a:t>getTestData</a:t>
            </a:r>
            <a:r>
              <a:rPr lang="en-US" sz="1600" dirty="0"/>
              <a:t>('TC002'); // Change TC ID here</a:t>
            </a:r>
          </a:p>
          <a:p>
            <a:r>
              <a:rPr lang="en-US" sz="1600" dirty="0"/>
              <a:t>  await </a:t>
            </a:r>
            <a:r>
              <a:rPr lang="en-US" sz="1600" dirty="0" err="1"/>
              <a:t>page.goto</a:t>
            </a:r>
            <a:r>
              <a:rPr lang="en-US" sz="1600" dirty="0"/>
              <a:t>('/');</a:t>
            </a:r>
          </a:p>
          <a:p>
            <a:r>
              <a:rPr lang="en-US" sz="1600" dirty="0"/>
              <a:t>await </a:t>
            </a:r>
            <a:r>
              <a:rPr lang="en-US" sz="1600" dirty="0" err="1"/>
              <a:t>page.locator</a:t>
            </a:r>
            <a:r>
              <a:rPr lang="en-US" sz="1600" dirty="0"/>
              <a:t>('[data-test="username"]').fill(</a:t>
            </a:r>
            <a:r>
              <a:rPr lang="en-US" sz="1600" dirty="0" err="1"/>
              <a:t>data.username</a:t>
            </a:r>
            <a:r>
              <a:rPr lang="en-US" sz="1600" dirty="0"/>
              <a:t>);</a:t>
            </a:r>
          </a:p>
          <a:p>
            <a:r>
              <a:rPr lang="en-US" sz="1600" dirty="0"/>
              <a:t>  await </a:t>
            </a:r>
            <a:r>
              <a:rPr lang="en-US" sz="1600" dirty="0" err="1"/>
              <a:t>page.locator</a:t>
            </a:r>
            <a:r>
              <a:rPr lang="en-US" sz="1600" dirty="0"/>
              <a:t>('[data-test="password"]').fill(</a:t>
            </a:r>
            <a:r>
              <a:rPr lang="en-US" sz="1600" dirty="0" err="1"/>
              <a:t>data.password</a:t>
            </a:r>
            <a:r>
              <a:rPr lang="en-US" sz="1600" dirty="0"/>
              <a:t>);</a:t>
            </a:r>
          </a:p>
          <a:p>
            <a:r>
              <a:rPr lang="en-US" sz="1600" dirty="0"/>
              <a:t>  await </a:t>
            </a:r>
            <a:r>
              <a:rPr lang="en-US" sz="1600" dirty="0" err="1"/>
              <a:t>page.locator</a:t>
            </a:r>
            <a:r>
              <a:rPr lang="en-US" sz="1600" dirty="0"/>
              <a:t>('[data-test="login-button"]').click();</a:t>
            </a:r>
          </a:p>
          <a:p>
            <a:r>
              <a:rPr lang="en-US" sz="1600" dirty="0"/>
              <a:t> if (</a:t>
            </a:r>
            <a:r>
              <a:rPr lang="en-US" sz="1600" dirty="0" err="1"/>
              <a:t>data.expectedResult</a:t>
            </a:r>
            <a:r>
              <a:rPr lang="en-US" sz="1600" dirty="0"/>
              <a:t> === 'success') {</a:t>
            </a:r>
          </a:p>
          <a:p>
            <a:r>
              <a:rPr lang="en-US" sz="1600" dirty="0"/>
              <a:t>    await expect(page).</a:t>
            </a:r>
            <a:r>
              <a:rPr lang="en-US" sz="1600" dirty="0" err="1"/>
              <a:t>toHaveURL</a:t>
            </a:r>
            <a:r>
              <a:rPr lang="en-US" sz="1600" dirty="0"/>
              <a:t>(/inventory</a:t>
            </a:r>
            <a:r>
              <a:rPr lang="en-US" sz="1600" b="1" dirty="0"/>
              <a:t>\.</a:t>
            </a:r>
            <a:r>
              <a:rPr lang="en-US" sz="1600" dirty="0"/>
              <a:t>html/);</a:t>
            </a:r>
          </a:p>
          <a:p>
            <a:r>
              <a:rPr lang="en-US" sz="1600" dirty="0"/>
              <a:t>    console.log('User successfully logged in');</a:t>
            </a:r>
          </a:p>
          <a:p>
            <a:r>
              <a:rPr lang="en-US" sz="1600" dirty="0"/>
              <a:t>  } else {</a:t>
            </a:r>
          </a:p>
          <a:p>
            <a:r>
              <a:rPr lang="en-US" sz="1600" dirty="0"/>
              <a:t>    console.log('Test case:', </a:t>
            </a:r>
            <a:r>
              <a:rPr lang="en-US" sz="1600" dirty="0" err="1"/>
              <a:t>data.tcId</a:t>
            </a:r>
            <a:r>
              <a:rPr lang="en-US" sz="1600" dirty="0"/>
              <a:t>);</a:t>
            </a:r>
          </a:p>
          <a:p>
            <a:r>
              <a:rPr lang="en-US" sz="1600" dirty="0"/>
              <a:t>console.log('Expected message:', </a:t>
            </a:r>
            <a:r>
              <a:rPr lang="en-US" sz="1600" dirty="0" err="1"/>
              <a:t>data.expectedResult</a:t>
            </a:r>
            <a:r>
              <a:rPr lang="en-US" sz="1600" dirty="0"/>
              <a:t>);</a:t>
            </a:r>
          </a:p>
          <a:p>
            <a:r>
              <a:rPr lang="en-US" sz="1600" dirty="0"/>
              <a:t>    const </a:t>
            </a:r>
            <a:r>
              <a:rPr lang="en-US" sz="1600" dirty="0" err="1"/>
              <a:t>errorMessage</a:t>
            </a:r>
            <a:r>
              <a:rPr lang="en-US" sz="1600" dirty="0"/>
              <a:t> = </a:t>
            </a:r>
            <a:r>
              <a:rPr lang="en-US" sz="1600" dirty="0" err="1"/>
              <a:t>page.locator</a:t>
            </a:r>
            <a:r>
              <a:rPr lang="en-US" sz="1600" dirty="0"/>
              <a:t>('[data-test="error"]');</a:t>
            </a:r>
          </a:p>
          <a:p>
            <a:r>
              <a:rPr lang="en-US" sz="1600" dirty="0"/>
              <a:t>await expect(</a:t>
            </a:r>
            <a:r>
              <a:rPr lang="en-US" sz="1600" dirty="0" err="1"/>
              <a:t>errorMessage</a:t>
            </a:r>
            <a:r>
              <a:rPr lang="en-US" sz="1600" dirty="0"/>
              <a:t>).</a:t>
            </a:r>
            <a:r>
              <a:rPr lang="en-US" sz="1600" dirty="0" err="1"/>
              <a:t>toBeVisible</a:t>
            </a:r>
            <a:r>
              <a:rPr lang="en-US" sz="1600" dirty="0"/>
              <a:t>();</a:t>
            </a:r>
          </a:p>
          <a:p>
            <a:r>
              <a:rPr lang="en-US" sz="1600" dirty="0"/>
              <a:t>    await expect(</a:t>
            </a:r>
            <a:r>
              <a:rPr lang="en-US" sz="1600" dirty="0" err="1"/>
              <a:t>errorMessage</a:t>
            </a:r>
            <a:r>
              <a:rPr lang="en-US" sz="1600" dirty="0"/>
              <a:t>).</a:t>
            </a:r>
            <a:r>
              <a:rPr lang="en-US" sz="1600" dirty="0" err="1"/>
              <a:t>toContainText</a:t>
            </a:r>
            <a:r>
              <a:rPr lang="en-US" sz="1600" dirty="0"/>
              <a:t>(</a:t>
            </a:r>
            <a:r>
              <a:rPr lang="en-US" sz="1600" dirty="0" err="1"/>
              <a:t>data.expectedResult</a:t>
            </a:r>
            <a:r>
              <a:rPr lang="en-US" sz="1600" dirty="0"/>
              <a:t>);</a:t>
            </a:r>
          </a:p>
          <a:p>
            <a:r>
              <a:rPr lang="en-US" sz="1600" dirty="0"/>
              <a:t>    console.log(`Expected error verified: ${</a:t>
            </a:r>
            <a:r>
              <a:rPr lang="en-US" sz="1600" dirty="0" err="1"/>
              <a:t>data.scenario</a:t>
            </a:r>
            <a:r>
              <a:rPr lang="en-US" sz="1600" dirty="0"/>
              <a:t>}`);</a:t>
            </a:r>
          </a:p>
          <a:p>
            <a:r>
              <a:rPr lang="en-US" sz="1600" dirty="0"/>
              <a:t>  }</a:t>
            </a:r>
          </a:p>
          <a:p>
            <a:r>
              <a:rPr lang="en-US" sz="1600" dirty="0"/>
              <a:t>});</a:t>
            </a:r>
          </a:p>
          <a:p>
            <a:r>
              <a:rPr lang="en-US" sz="1600" dirty="0"/>
              <a:t>////////////////////////////////////////////////////////</a:t>
            </a:r>
            <a:r>
              <a:rPr lang="en-US" sz="1600" dirty="0" err="1"/>
              <a:t>json</a:t>
            </a:r>
            <a:r>
              <a:rPr lang="en-US" sz="1600" dirty="0"/>
              <a:t> format test driven approach is working</a:t>
            </a:r>
          </a:p>
          <a:p>
            <a:pPr algn="ctr"/>
            <a:endParaRPr lang="en-US" sz="1600" dirty="0"/>
          </a:p>
        </p:txBody>
      </p:sp>
    </p:spTree>
    <p:extLst>
      <p:ext uri="{BB962C8B-B14F-4D97-AF65-F5344CB8AC3E}">
        <p14:creationId xmlns:p14="http://schemas.microsoft.com/office/powerpoint/2010/main" val="3989498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55AE47-0804-2D29-B0A5-0C66E80ECBF2}"/>
              </a:ext>
            </a:extLst>
          </p:cNvPr>
          <p:cNvSpPr/>
          <p:nvPr/>
        </p:nvSpPr>
        <p:spPr>
          <a:xfrm>
            <a:off x="1536192" y="196596"/>
            <a:ext cx="6739128" cy="6309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Page object model (pom)</a:t>
            </a:r>
          </a:p>
        </p:txBody>
      </p:sp>
      <p:sp>
        <p:nvSpPr>
          <p:cNvPr id="3" name="Rectangle: Rounded Corners 2">
            <a:extLst>
              <a:ext uri="{FF2B5EF4-FFF2-40B4-BE49-F238E27FC236}">
                <a16:creationId xmlns:a16="http://schemas.microsoft.com/office/drawing/2014/main" id="{6F0A7303-6CA2-96CC-2EA1-47B527676B11}"/>
              </a:ext>
            </a:extLst>
          </p:cNvPr>
          <p:cNvSpPr/>
          <p:nvPr/>
        </p:nvSpPr>
        <p:spPr>
          <a:xfrm>
            <a:off x="1536192" y="1380744"/>
            <a:ext cx="6739128" cy="80467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Create  pages folder and inside that create Login.js file</a:t>
            </a:r>
          </a:p>
        </p:txBody>
      </p:sp>
      <p:sp>
        <p:nvSpPr>
          <p:cNvPr id="4" name="Rectangle 3">
            <a:extLst>
              <a:ext uri="{FF2B5EF4-FFF2-40B4-BE49-F238E27FC236}">
                <a16:creationId xmlns:a16="http://schemas.microsoft.com/office/drawing/2014/main" id="{CAD75BE5-8E36-C691-97F2-D5180153E9FA}"/>
              </a:ext>
            </a:extLst>
          </p:cNvPr>
          <p:cNvSpPr/>
          <p:nvPr/>
        </p:nvSpPr>
        <p:spPr>
          <a:xfrm>
            <a:off x="1243584" y="2496312"/>
            <a:ext cx="10332720" cy="43616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Create a constructor, pass page fixture inside the constructor,</a:t>
            </a:r>
            <a:br>
              <a:rPr lang="en-US" dirty="0"/>
            </a:br>
            <a:r>
              <a:rPr lang="en-US" dirty="0"/>
              <a:t>create locators and assign it to a variable using this keyword</a:t>
            </a:r>
          </a:p>
          <a:p>
            <a:pPr algn="ctr"/>
            <a:r>
              <a:rPr lang="en-US" dirty="0"/>
              <a:t>Create async methods, do import </a:t>
            </a:r>
            <a:r>
              <a:rPr lang="en-US" dirty="0" err="1"/>
              <a:t>testdata</a:t>
            </a:r>
            <a:r>
              <a:rPr lang="en-US" dirty="0"/>
              <a:t> method from utility. Use await for all locators which uses any methods.</a:t>
            </a:r>
          </a:p>
          <a:p>
            <a:pPr algn="ctr"/>
            <a:r>
              <a:rPr lang="en-US" dirty="0"/>
              <a:t>import { </a:t>
            </a:r>
            <a:r>
              <a:rPr lang="en-US" dirty="0" err="1"/>
              <a:t>getTestData</a:t>
            </a:r>
            <a:r>
              <a:rPr lang="en-US" dirty="0"/>
              <a:t> } from '../utility/testdata.js';</a:t>
            </a:r>
          </a:p>
          <a:p>
            <a:pPr algn="ctr"/>
            <a:endParaRPr lang="en-US" dirty="0"/>
          </a:p>
          <a:p>
            <a:pPr algn="ctr"/>
            <a:r>
              <a:rPr lang="en-US" dirty="0"/>
              <a:t>Pass test case id to the reusable method created in utility for reading </a:t>
            </a:r>
            <a:r>
              <a:rPr lang="en-US" dirty="0" err="1"/>
              <a:t>json</a:t>
            </a:r>
            <a:r>
              <a:rPr lang="en-US" dirty="0"/>
              <a:t> file and store it in a variable pass access each item by using the </a:t>
            </a:r>
            <a:r>
              <a:rPr lang="en-US" dirty="0" err="1"/>
              <a:t>varible</a:t>
            </a:r>
            <a:r>
              <a:rPr lang="en-US" dirty="0"/>
              <a:t> for the test case mentioned</a:t>
            </a:r>
          </a:p>
          <a:p>
            <a:pPr algn="ctr"/>
            <a:endParaRPr lang="en-US" dirty="0"/>
          </a:p>
          <a:p>
            <a:pPr algn="ctr"/>
            <a:endParaRPr lang="en-US" dirty="0"/>
          </a:p>
          <a:p>
            <a:pPr algn="ctr"/>
            <a:r>
              <a:rPr lang="en-US" dirty="0"/>
              <a:t>In test file import login page by using the class name mentioned in login page</a:t>
            </a:r>
            <a:br>
              <a:rPr lang="en-US" dirty="0"/>
            </a:br>
            <a:r>
              <a:rPr lang="en-US" dirty="0"/>
              <a:t>import  {log} from '../pages/loginpage.js’;</a:t>
            </a:r>
          </a:p>
          <a:p>
            <a:pPr algn="ctr"/>
            <a:r>
              <a:rPr lang="en-US" dirty="0"/>
              <a:t>Create object for login page and pass page fixture in it and call required method by using the login object.</a:t>
            </a:r>
            <a:br>
              <a:rPr lang="en-US" dirty="0"/>
            </a:br>
            <a:r>
              <a:rPr lang="en-US" dirty="0"/>
              <a:t>Sample is </a:t>
            </a:r>
            <a:r>
              <a:rPr lang="en-US" dirty="0" err="1"/>
              <a:t>attache</a:t>
            </a:r>
            <a:r>
              <a:rPr lang="en-US" dirty="0"/>
              <a:t> in next page</a:t>
            </a:r>
          </a:p>
          <a:p>
            <a:pPr algn="ctr"/>
            <a:endParaRPr lang="en-US" dirty="0"/>
          </a:p>
        </p:txBody>
      </p:sp>
    </p:spTree>
    <p:extLst>
      <p:ext uri="{BB962C8B-B14F-4D97-AF65-F5344CB8AC3E}">
        <p14:creationId xmlns:p14="http://schemas.microsoft.com/office/powerpoint/2010/main" val="3664518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0B39F0-6E08-10D0-00DF-D034EF3300DE}"/>
              </a:ext>
            </a:extLst>
          </p:cNvPr>
          <p:cNvSpPr/>
          <p:nvPr/>
        </p:nvSpPr>
        <p:spPr>
          <a:xfrm>
            <a:off x="521208" y="219456"/>
            <a:ext cx="8412480" cy="65013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import {</a:t>
            </a:r>
            <a:r>
              <a:rPr lang="en-US" dirty="0" err="1"/>
              <a:t>test,expect</a:t>
            </a:r>
            <a:r>
              <a:rPr lang="en-US" dirty="0"/>
              <a:t>} from '@playwright/test';</a:t>
            </a:r>
          </a:p>
          <a:p>
            <a:r>
              <a:rPr lang="en-US" dirty="0"/>
              <a:t>import  {log} from '../pages/loginpage.js';</a:t>
            </a:r>
          </a:p>
          <a:p>
            <a:r>
              <a:rPr lang="en-US" dirty="0"/>
              <a:t>import { </a:t>
            </a:r>
            <a:r>
              <a:rPr lang="en-US" dirty="0" err="1"/>
              <a:t>getTestData</a:t>
            </a:r>
            <a:r>
              <a:rPr lang="en-US" dirty="0"/>
              <a:t> } from '../utility/testdata.js’;</a:t>
            </a:r>
          </a:p>
          <a:p>
            <a:endParaRPr lang="en-US" dirty="0"/>
          </a:p>
          <a:p>
            <a:r>
              <a:rPr lang="en-US" dirty="0"/>
              <a:t>test('</a:t>
            </a:r>
            <a:r>
              <a:rPr lang="en-US" dirty="0" err="1"/>
              <a:t>lgoin</a:t>
            </a:r>
            <a:r>
              <a:rPr lang="en-US" dirty="0"/>
              <a:t> using pom', async ({page})=&gt;{</a:t>
            </a:r>
          </a:p>
          <a:p>
            <a:r>
              <a:rPr lang="en-US" dirty="0"/>
              <a:t>const </a:t>
            </a:r>
            <a:r>
              <a:rPr lang="en-US" dirty="0" err="1"/>
              <a:t>lp</a:t>
            </a:r>
            <a:r>
              <a:rPr lang="en-US" dirty="0"/>
              <a:t>=new log(page);</a:t>
            </a:r>
          </a:p>
          <a:p>
            <a:r>
              <a:rPr lang="en-US" dirty="0"/>
              <a:t>await </a:t>
            </a:r>
            <a:r>
              <a:rPr lang="en-US" dirty="0" err="1"/>
              <a:t>lp.navigation</a:t>
            </a:r>
            <a:r>
              <a:rPr lang="en-US" dirty="0"/>
              <a:t>();</a:t>
            </a:r>
          </a:p>
          <a:p>
            <a:r>
              <a:rPr lang="en-US" dirty="0"/>
              <a:t>await </a:t>
            </a:r>
            <a:r>
              <a:rPr lang="en-US" dirty="0" err="1"/>
              <a:t>lp.loginjson</a:t>
            </a:r>
            <a:r>
              <a:rPr lang="en-US" dirty="0"/>
              <a:t>();</a:t>
            </a:r>
          </a:p>
          <a:p>
            <a:r>
              <a:rPr lang="en-US" dirty="0"/>
              <a:t>const </a:t>
            </a:r>
            <a:r>
              <a:rPr lang="en-US" dirty="0" err="1"/>
              <a:t>val</a:t>
            </a:r>
            <a:r>
              <a:rPr lang="en-US" dirty="0"/>
              <a:t>=</a:t>
            </a:r>
            <a:r>
              <a:rPr lang="en-US" dirty="0" err="1"/>
              <a:t>getTestData</a:t>
            </a:r>
            <a:r>
              <a:rPr lang="en-US" dirty="0"/>
              <a:t>('TC002');</a:t>
            </a:r>
          </a:p>
          <a:p>
            <a:r>
              <a:rPr lang="en-US" dirty="0"/>
              <a:t>if(</a:t>
            </a:r>
            <a:r>
              <a:rPr lang="en-US" dirty="0" err="1"/>
              <a:t>val.expectedResult</a:t>
            </a:r>
            <a:r>
              <a:rPr lang="en-US" dirty="0"/>
              <a:t>==='success'){</a:t>
            </a:r>
          </a:p>
          <a:p>
            <a:r>
              <a:rPr lang="en-US" dirty="0"/>
              <a:t>await </a:t>
            </a:r>
            <a:r>
              <a:rPr lang="en-US" dirty="0" err="1"/>
              <a:t>lp.verify_url</a:t>
            </a:r>
            <a:r>
              <a:rPr lang="en-US" dirty="0"/>
              <a:t>();</a:t>
            </a:r>
          </a:p>
          <a:p>
            <a:r>
              <a:rPr lang="en-US" dirty="0"/>
              <a:t>}</a:t>
            </a:r>
          </a:p>
          <a:p>
            <a:r>
              <a:rPr lang="en-US" dirty="0"/>
              <a:t>else if(</a:t>
            </a:r>
            <a:r>
              <a:rPr lang="en-US" dirty="0" err="1"/>
              <a:t>val.expectedResult</a:t>
            </a:r>
            <a:r>
              <a:rPr lang="en-US" dirty="0"/>
              <a:t>="Epic </a:t>
            </a:r>
            <a:r>
              <a:rPr lang="en-US" dirty="0" err="1"/>
              <a:t>sadface</a:t>
            </a:r>
            <a:r>
              <a:rPr lang="en-US" dirty="0"/>
              <a:t>")</a:t>
            </a:r>
          </a:p>
          <a:p>
            <a:r>
              <a:rPr lang="en-US" dirty="0"/>
              <a:t>{</a:t>
            </a:r>
          </a:p>
          <a:p>
            <a:r>
              <a:rPr lang="en-US" dirty="0"/>
              <a:t>await </a:t>
            </a:r>
            <a:r>
              <a:rPr lang="en-US" dirty="0" err="1"/>
              <a:t>lp.errorMessage</a:t>
            </a:r>
            <a:r>
              <a:rPr lang="en-US" dirty="0"/>
              <a:t>(</a:t>
            </a:r>
            <a:r>
              <a:rPr lang="en-US" dirty="0" err="1"/>
              <a:t>val.expectedResult</a:t>
            </a:r>
            <a:r>
              <a:rPr lang="en-US" dirty="0"/>
              <a:t>);</a:t>
            </a:r>
          </a:p>
          <a:p>
            <a:r>
              <a:rPr lang="en-US" dirty="0"/>
              <a:t>}</a:t>
            </a:r>
          </a:p>
          <a:p>
            <a:r>
              <a:rPr lang="en-US" dirty="0"/>
              <a:t> })</a:t>
            </a:r>
          </a:p>
          <a:p>
            <a:pPr algn="ctr"/>
            <a:endParaRPr lang="en-US" dirty="0"/>
          </a:p>
        </p:txBody>
      </p:sp>
      <p:sp>
        <p:nvSpPr>
          <p:cNvPr id="3" name="Rectangle 2">
            <a:extLst>
              <a:ext uri="{FF2B5EF4-FFF2-40B4-BE49-F238E27FC236}">
                <a16:creationId xmlns:a16="http://schemas.microsoft.com/office/drawing/2014/main" id="{88D82DC1-EA79-F2A0-6307-3A890C087BA6}"/>
              </a:ext>
            </a:extLst>
          </p:cNvPr>
          <p:cNvSpPr/>
          <p:nvPr/>
        </p:nvSpPr>
        <p:spPr>
          <a:xfrm>
            <a:off x="5605272" y="813816"/>
            <a:ext cx="3127248" cy="19110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Test file sample</a:t>
            </a:r>
            <a:br>
              <a:rPr lang="en-US" dirty="0"/>
            </a:br>
            <a:r>
              <a:rPr lang="en-US" dirty="0"/>
              <a:t>loginpom.spec.js</a:t>
            </a:r>
          </a:p>
        </p:txBody>
      </p:sp>
    </p:spTree>
    <p:extLst>
      <p:ext uri="{BB962C8B-B14F-4D97-AF65-F5344CB8AC3E}">
        <p14:creationId xmlns:p14="http://schemas.microsoft.com/office/powerpoint/2010/main" val="916809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5692E2-FA56-1389-27F4-9C1A997C83A9}"/>
              </a:ext>
            </a:extLst>
          </p:cNvPr>
          <p:cNvSpPr/>
          <p:nvPr/>
        </p:nvSpPr>
        <p:spPr>
          <a:xfrm>
            <a:off x="91440" y="0"/>
            <a:ext cx="12033504" cy="685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a:p>
            <a:pPr algn="ctr"/>
            <a:r>
              <a:rPr lang="en-US" sz="1400" dirty="0"/>
              <a:t>import { expect } from '@playwright/test';</a:t>
            </a:r>
          </a:p>
          <a:p>
            <a:pPr algn="ctr"/>
            <a:r>
              <a:rPr lang="en-US" sz="1400" dirty="0"/>
              <a:t>import { </a:t>
            </a:r>
            <a:r>
              <a:rPr lang="en-US" sz="1400" dirty="0" err="1"/>
              <a:t>getTestData</a:t>
            </a:r>
            <a:r>
              <a:rPr lang="en-US" sz="1400" dirty="0"/>
              <a:t> } from '../utility/testdata.js';</a:t>
            </a:r>
          </a:p>
          <a:p>
            <a:pPr algn="ctr"/>
            <a:r>
              <a:rPr lang="en-US" sz="1400" dirty="0"/>
              <a:t>export class log {</a:t>
            </a:r>
          </a:p>
          <a:p>
            <a:pPr algn="ctr"/>
            <a:r>
              <a:rPr lang="en-US" sz="1400" dirty="0"/>
              <a:t>  constructor(page) {</a:t>
            </a:r>
          </a:p>
          <a:p>
            <a:pPr algn="ctr"/>
            <a:r>
              <a:rPr lang="en-US" sz="1400" dirty="0"/>
              <a:t>    </a:t>
            </a:r>
            <a:r>
              <a:rPr lang="en-US" sz="1400" dirty="0" err="1"/>
              <a:t>this.page</a:t>
            </a:r>
            <a:r>
              <a:rPr lang="en-US" sz="1400" dirty="0"/>
              <a:t> = page;</a:t>
            </a:r>
          </a:p>
          <a:p>
            <a:pPr algn="ctr"/>
            <a:r>
              <a:rPr lang="en-US" sz="1400" dirty="0"/>
              <a:t>    </a:t>
            </a:r>
            <a:r>
              <a:rPr lang="en-US" sz="1400" dirty="0" err="1"/>
              <a:t>this.username</a:t>
            </a:r>
            <a:r>
              <a:rPr lang="en-US" sz="1400" dirty="0"/>
              <a:t> = </a:t>
            </a:r>
            <a:r>
              <a:rPr lang="en-US" sz="1400" dirty="0" err="1"/>
              <a:t>page.getByPlaceholder</a:t>
            </a:r>
            <a:r>
              <a:rPr lang="en-US" sz="1400" dirty="0"/>
              <a:t>('Username');</a:t>
            </a:r>
          </a:p>
          <a:p>
            <a:pPr algn="ctr"/>
            <a:r>
              <a:rPr lang="en-US" sz="1400" dirty="0"/>
              <a:t>    </a:t>
            </a:r>
            <a:r>
              <a:rPr lang="en-US" sz="1400" dirty="0" err="1"/>
              <a:t>this.password</a:t>
            </a:r>
            <a:r>
              <a:rPr lang="en-US" sz="1400" dirty="0"/>
              <a:t> = </a:t>
            </a:r>
            <a:r>
              <a:rPr lang="en-US" sz="1400" dirty="0" err="1"/>
              <a:t>page.getByLabel</a:t>
            </a:r>
            <a:r>
              <a:rPr lang="en-US" sz="1400" dirty="0"/>
              <a:t>('Password');</a:t>
            </a:r>
          </a:p>
          <a:p>
            <a:pPr algn="ctr"/>
            <a:r>
              <a:rPr lang="en-US" sz="1400" dirty="0"/>
              <a:t>    </a:t>
            </a:r>
            <a:r>
              <a:rPr lang="en-US" sz="1400" dirty="0" err="1"/>
              <a:t>this.btn</a:t>
            </a:r>
            <a:r>
              <a:rPr lang="en-US" sz="1400" dirty="0"/>
              <a:t> = </a:t>
            </a:r>
            <a:r>
              <a:rPr lang="en-US" sz="1400" dirty="0" err="1"/>
              <a:t>page.locator</a:t>
            </a:r>
            <a:r>
              <a:rPr lang="en-US" sz="1400" dirty="0"/>
              <a:t>('[data-test="login-button"]');</a:t>
            </a:r>
          </a:p>
          <a:p>
            <a:pPr algn="ctr"/>
            <a:r>
              <a:rPr lang="en-US" sz="1400" dirty="0"/>
              <a:t>    </a:t>
            </a:r>
            <a:r>
              <a:rPr lang="en-US" sz="1400" dirty="0" err="1"/>
              <a:t>this.errormsg</a:t>
            </a:r>
            <a:r>
              <a:rPr lang="en-US" sz="1400" dirty="0"/>
              <a:t> = </a:t>
            </a:r>
            <a:r>
              <a:rPr lang="en-US" sz="1400" dirty="0" err="1"/>
              <a:t>page.locator</a:t>
            </a:r>
            <a:r>
              <a:rPr lang="en-US" sz="1400" dirty="0"/>
              <a:t>('[data-test="error"]');</a:t>
            </a:r>
          </a:p>
          <a:p>
            <a:pPr algn="ctr"/>
            <a:r>
              <a:rPr lang="en-US" sz="1400" dirty="0"/>
              <a:t>  }</a:t>
            </a:r>
          </a:p>
          <a:p>
            <a:pPr algn="ctr"/>
            <a:r>
              <a:rPr lang="en-US" sz="1400" dirty="0"/>
              <a:t> async navigation() {</a:t>
            </a:r>
          </a:p>
          <a:p>
            <a:pPr algn="ctr"/>
            <a:r>
              <a:rPr lang="en-US" sz="1400" dirty="0"/>
              <a:t>    await </a:t>
            </a:r>
            <a:r>
              <a:rPr lang="en-US" sz="1400" dirty="0" err="1"/>
              <a:t>this.page.goto</a:t>
            </a:r>
            <a:r>
              <a:rPr lang="en-US" sz="1400" dirty="0"/>
              <a:t>('/');</a:t>
            </a:r>
          </a:p>
          <a:p>
            <a:pPr algn="ctr"/>
            <a:r>
              <a:rPr lang="en-US" sz="1400" dirty="0"/>
              <a:t>  }</a:t>
            </a:r>
          </a:p>
          <a:p>
            <a:pPr algn="ctr"/>
            <a:r>
              <a:rPr lang="en-US" sz="1400" dirty="0"/>
              <a:t> async </a:t>
            </a:r>
            <a:r>
              <a:rPr lang="en-US" sz="1400" dirty="0" err="1"/>
              <a:t>loginjson</a:t>
            </a:r>
            <a:r>
              <a:rPr lang="en-US" sz="1400" dirty="0"/>
              <a:t>() {</a:t>
            </a:r>
          </a:p>
          <a:p>
            <a:pPr algn="ctr"/>
            <a:r>
              <a:rPr lang="en-US" sz="1400" dirty="0"/>
              <a:t>    const data = </a:t>
            </a:r>
            <a:r>
              <a:rPr lang="en-US" sz="1400" dirty="0" err="1"/>
              <a:t>getTestData</a:t>
            </a:r>
            <a:r>
              <a:rPr lang="en-US" sz="1400" dirty="0"/>
              <a:t>('TC002');</a:t>
            </a:r>
          </a:p>
          <a:p>
            <a:pPr algn="ctr"/>
            <a:endParaRPr lang="en-US" sz="1400" dirty="0"/>
          </a:p>
          <a:p>
            <a:pPr algn="ctr"/>
            <a:r>
              <a:rPr lang="en-US" sz="1400" dirty="0"/>
              <a:t>    await expect(</a:t>
            </a:r>
            <a:r>
              <a:rPr lang="en-US" sz="1400" dirty="0" err="1"/>
              <a:t>this.username</a:t>
            </a:r>
            <a:r>
              <a:rPr lang="en-US" sz="1400" dirty="0"/>
              <a:t>).</a:t>
            </a:r>
            <a:r>
              <a:rPr lang="en-US" sz="1400" dirty="0" err="1"/>
              <a:t>toBeVisible</a:t>
            </a:r>
            <a:r>
              <a:rPr lang="en-US" sz="1400" dirty="0"/>
              <a:t>();</a:t>
            </a:r>
          </a:p>
          <a:p>
            <a:pPr algn="ctr"/>
            <a:r>
              <a:rPr lang="en-US" sz="1400" dirty="0"/>
              <a:t>    await </a:t>
            </a:r>
            <a:r>
              <a:rPr lang="en-US" sz="1400" dirty="0" err="1"/>
              <a:t>this.username.fill</a:t>
            </a:r>
            <a:r>
              <a:rPr lang="en-US" sz="1400" dirty="0"/>
              <a:t>(</a:t>
            </a:r>
            <a:r>
              <a:rPr lang="en-US" sz="1400" dirty="0" err="1"/>
              <a:t>data.username</a:t>
            </a:r>
            <a:r>
              <a:rPr lang="en-US" sz="1400" dirty="0"/>
              <a:t>);</a:t>
            </a:r>
          </a:p>
          <a:p>
            <a:pPr algn="ctr"/>
            <a:r>
              <a:rPr lang="en-US" sz="1400" dirty="0"/>
              <a:t>    await </a:t>
            </a:r>
            <a:r>
              <a:rPr lang="en-US" sz="1400" dirty="0" err="1"/>
              <a:t>this.password.fill</a:t>
            </a:r>
            <a:r>
              <a:rPr lang="en-US" sz="1400" dirty="0"/>
              <a:t>(</a:t>
            </a:r>
            <a:r>
              <a:rPr lang="en-US" sz="1400" dirty="0" err="1"/>
              <a:t>data.password</a:t>
            </a:r>
            <a:r>
              <a:rPr lang="en-US" sz="1400" dirty="0"/>
              <a:t>);</a:t>
            </a:r>
          </a:p>
          <a:p>
            <a:pPr algn="ctr"/>
            <a:endParaRPr lang="en-US" sz="1400" dirty="0"/>
          </a:p>
          <a:p>
            <a:pPr algn="ctr"/>
            <a:r>
              <a:rPr lang="en-US" sz="1400" dirty="0"/>
              <a:t>    await expect(</a:t>
            </a:r>
            <a:r>
              <a:rPr lang="en-US" sz="1400" dirty="0" err="1"/>
              <a:t>this.btn</a:t>
            </a:r>
            <a:r>
              <a:rPr lang="en-US" sz="1400" dirty="0"/>
              <a:t>).</a:t>
            </a:r>
            <a:r>
              <a:rPr lang="en-US" sz="1400" dirty="0" err="1"/>
              <a:t>toBeVisible</a:t>
            </a:r>
            <a:r>
              <a:rPr lang="en-US" sz="1400" dirty="0"/>
              <a:t>();</a:t>
            </a:r>
          </a:p>
          <a:p>
            <a:pPr algn="ctr"/>
            <a:r>
              <a:rPr lang="en-US" sz="1400" dirty="0"/>
              <a:t>    await expect(</a:t>
            </a:r>
            <a:r>
              <a:rPr lang="en-US" sz="1400" dirty="0" err="1"/>
              <a:t>this.btn</a:t>
            </a:r>
            <a:r>
              <a:rPr lang="en-US" sz="1400" dirty="0"/>
              <a:t>).</a:t>
            </a:r>
            <a:r>
              <a:rPr lang="en-US" sz="1400" dirty="0" err="1"/>
              <a:t>toBeEnabled</a:t>
            </a:r>
            <a:r>
              <a:rPr lang="en-US" sz="1400" dirty="0"/>
              <a:t>();</a:t>
            </a:r>
          </a:p>
          <a:p>
            <a:pPr algn="ctr"/>
            <a:r>
              <a:rPr lang="en-US" sz="1400" dirty="0"/>
              <a:t>    await </a:t>
            </a:r>
            <a:r>
              <a:rPr lang="en-US" sz="1400" dirty="0" err="1"/>
              <a:t>this.btn.click</a:t>
            </a:r>
            <a:r>
              <a:rPr lang="en-US" sz="1400" dirty="0"/>
              <a:t>();</a:t>
            </a:r>
          </a:p>
          <a:p>
            <a:pPr algn="ctr"/>
            <a:r>
              <a:rPr lang="en-US" sz="1400" dirty="0"/>
              <a:t>  }</a:t>
            </a:r>
          </a:p>
          <a:p>
            <a:pPr algn="ctr"/>
            <a:r>
              <a:rPr lang="en-US" sz="1400" dirty="0"/>
              <a:t> async </a:t>
            </a:r>
            <a:r>
              <a:rPr lang="en-US" sz="1400" dirty="0" err="1"/>
              <a:t>verify_url</a:t>
            </a:r>
            <a:r>
              <a:rPr lang="en-US" sz="1400" dirty="0"/>
              <a:t>() {</a:t>
            </a:r>
          </a:p>
          <a:p>
            <a:pPr algn="ctr"/>
            <a:r>
              <a:rPr lang="en-US" sz="1400" dirty="0"/>
              <a:t>    await expect(</a:t>
            </a:r>
            <a:r>
              <a:rPr lang="en-US" sz="1400" dirty="0" err="1"/>
              <a:t>this.page</a:t>
            </a:r>
            <a:r>
              <a:rPr lang="en-US" sz="1400" dirty="0"/>
              <a:t>).</a:t>
            </a:r>
            <a:r>
              <a:rPr lang="en-US" sz="1400" dirty="0" err="1"/>
              <a:t>toHaveURL</a:t>
            </a:r>
            <a:r>
              <a:rPr lang="en-US" sz="1400" dirty="0"/>
              <a:t>('https://www.saucedemo.com/inventory.html');</a:t>
            </a:r>
          </a:p>
          <a:p>
            <a:pPr algn="ctr"/>
            <a:r>
              <a:rPr lang="en-US" sz="1400" dirty="0"/>
              <a:t>  }</a:t>
            </a:r>
          </a:p>
          <a:p>
            <a:pPr algn="ctr"/>
            <a:r>
              <a:rPr lang="en-US" sz="1400" dirty="0"/>
              <a:t> async </a:t>
            </a:r>
            <a:r>
              <a:rPr lang="en-US" sz="1400" dirty="0" err="1"/>
              <a:t>errorMessage</a:t>
            </a:r>
            <a:r>
              <a:rPr lang="en-US" sz="1400" dirty="0"/>
              <a:t>(</a:t>
            </a:r>
            <a:r>
              <a:rPr lang="en-US" sz="1400" dirty="0" err="1"/>
              <a:t>errtxt</a:t>
            </a:r>
            <a:r>
              <a:rPr lang="en-US" sz="1400" dirty="0"/>
              <a:t>) {</a:t>
            </a:r>
          </a:p>
          <a:p>
            <a:pPr algn="ctr"/>
            <a:r>
              <a:rPr lang="en-US" sz="1400" dirty="0"/>
              <a:t>    await expect(</a:t>
            </a:r>
            <a:r>
              <a:rPr lang="en-US" sz="1400" dirty="0" err="1"/>
              <a:t>this.errormsg</a:t>
            </a:r>
            <a:r>
              <a:rPr lang="en-US" sz="1400" dirty="0"/>
              <a:t>).</a:t>
            </a:r>
            <a:r>
              <a:rPr lang="en-US" sz="1400" dirty="0" err="1"/>
              <a:t>toBeVisible</a:t>
            </a:r>
            <a:r>
              <a:rPr lang="en-US" sz="1400" dirty="0"/>
              <a:t>();</a:t>
            </a:r>
          </a:p>
          <a:p>
            <a:pPr algn="ctr"/>
            <a:r>
              <a:rPr lang="en-US" sz="1400" dirty="0"/>
              <a:t>    await expect(</a:t>
            </a:r>
            <a:r>
              <a:rPr lang="en-US" sz="1400" dirty="0" err="1"/>
              <a:t>this.errormsg</a:t>
            </a:r>
            <a:r>
              <a:rPr lang="en-US" sz="1400" dirty="0"/>
              <a:t>).</a:t>
            </a:r>
            <a:r>
              <a:rPr lang="en-US" sz="1400" dirty="0" err="1"/>
              <a:t>toContainText</a:t>
            </a:r>
            <a:r>
              <a:rPr lang="en-US" sz="1400" dirty="0"/>
              <a:t>(</a:t>
            </a:r>
            <a:r>
              <a:rPr lang="en-US" sz="1400" dirty="0" err="1"/>
              <a:t>errtxt</a:t>
            </a:r>
            <a:r>
              <a:rPr lang="en-US" sz="1400" dirty="0"/>
              <a:t>);</a:t>
            </a:r>
          </a:p>
          <a:p>
            <a:pPr algn="ctr"/>
            <a:r>
              <a:rPr lang="en-US" sz="1400" dirty="0"/>
              <a:t>  }</a:t>
            </a:r>
          </a:p>
          <a:p>
            <a:pPr algn="ctr"/>
            <a:r>
              <a:rPr lang="en-US" sz="1400" dirty="0"/>
              <a:t>}</a:t>
            </a:r>
          </a:p>
        </p:txBody>
      </p:sp>
      <p:sp>
        <p:nvSpPr>
          <p:cNvPr id="3" name="Rectangle 2">
            <a:extLst>
              <a:ext uri="{FF2B5EF4-FFF2-40B4-BE49-F238E27FC236}">
                <a16:creationId xmlns:a16="http://schemas.microsoft.com/office/drawing/2014/main" id="{577105A8-772A-B9FA-A193-DD952FD9C4AF}"/>
              </a:ext>
            </a:extLst>
          </p:cNvPr>
          <p:cNvSpPr/>
          <p:nvPr/>
        </p:nvSpPr>
        <p:spPr>
          <a:xfrm>
            <a:off x="612648" y="438912"/>
            <a:ext cx="1810512" cy="11887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Login page sample</a:t>
            </a:r>
          </a:p>
        </p:txBody>
      </p:sp>
    </p:spTree>
    <p:extLst>
      <p:ext uri="{BB962C8B-B14F-4D97-AF65-F5344CB8AC3E}">
        <p14:creationId xmlns:p14="http://schemas.microsoft.com/office/powerpoint/2010/main" val="3757848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117FBA-544C-A1A1-EFC4-6170DBEF8F9E}"/>
              </a:ext>
            </a:extLst>
          </p:cNvPr>
          <p:cNvSpPr/>
          <p:nvPr/>
        </p:nvSpPr>
        <p:spPr>
          <a:xfrm>
            <a:off x="804672" y="438912"/>
            <a:ext cx="9464040" cy="62636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dirty="0"/>
          </a:p>
          <a:p>
            <a:pPr algn="ctr"/>
            <a:r>
              <a:rPr lang="en-US" sz="1600" dirty="0"/>
              <a:t>import { expect } from '@playwright/test';</a:t>
            </a:r>
          </a:p>
          <a:p>
            <a:pPr algn="ctr"/>
            <a:endParaRPr lang="en-US" sz="1600" dirty="0"/>
          </a:p>
          <a:p>
            <a:pPr algn="ctr"/>
            <a:r>
              <a:rPr lang="en-US" sz="1600" dirty="0"/>
              <a:t>export class </a:t>
            </a:r>
            <a:r>
              <a:rPr lang="en-US" sz="1600" dirty="0" err="1"/>
              <a:t>BasePage</a:t>
            </a:r>
            <a:r>
              <a:rPr lang="en-US" sz="1600" dirty="0"/>
              <a:t> {</a:t>
            </a:r>
          </a:p>
          <a:p>
            <a:pPr algn="ctr"/>
            <a:r>
              <a:rPr lang="en-US" sz="1600" dirty="0"/>
              <a:t>    constructor(page) { </a:t>
            </a:r>
            <a:r>
              <a:rPr lang="en-US" sz="1600" dirty="0" err="1"/>
              <a:t>this.page</a:t>
            </a:r>
            <a:r>
              <a:rPr lang="en-US" sz="1600" dirty="0"/>
              <a:t> = page; }</a:t>
            </a:r>
          </a:p>
          <a:p>
            <a:pPr algn="ctr"/>
            <a:endParaRPr lang="en-US" sz="1600" dirty="0"/>
          </a:p>
          <a:p>
            <a:pPr algn="ctr"/>
            <a:r>
              <a:rPr lang="en-US" sz="1600" dirty="0"/>
              <a:t>    async </a:t>
            </a:r>
            <a:r>
              <a:rPr lang="en-US" sz="1600" dirty="0" err="1"/>
              <a:t>navigateTo</a:t>
            </a:r>
            <a:r>
              <a:rPr lang="en-US" sz="1600" dirty="0"/>
              <a:t>(</a:t>
            </a:r>
            <a:r>
              <a:rPr lang="en-US" sz="1600" dirty="0" err="1"/>
              <a:t>url</a:t>
            </a:r>
            <a:r>
              <a:rPr lang="en-US" sz="1600" dirty="0"/>
              <a:t>) { await </a:t>
            </a:r>
            <a:r>
              <a:rPr lang="en-US" sz="1600" dirty="0" err="1"/>
              <a:t>this.page.goto</a:t>
            </a:r>
            <a:r>
              <a:rPr lang="en-US" sz="1600" dirty="0"/>
              <a:t>(</a:t>
            </a:r>
            <a:r>
              <a:rPr lang="en-US" sz="1600" dirty="0" err="1"/>
              <a:t>url</a:t>
            </a:r>
            <a:r>
              <a:rPr lang="en-US" sz="1600" dirty="0"/>
              <a:t>); }</a:t>
            </a:r>
          </a:p>
          <a:p>
            <a:pPr algn="ctr"/>
            <a:r>
              <a:rPr lang="en-US" sz="1600" dirty="0"/>
              <a:t>    async </a:t>
            </a:r>
            <a:r>
              <a:rPr lang="en-US" sz="1600" dirty="0" err="1"/>
              <a:t>clickElement</a:t>
            </a:r>
            <a:r>
              <a:rPr lang="en-US" sz="1600" dirty="0"/>
              <a:t>(locator) { await </a:t>
            </a:r>
            <a:r>
              <a:rPr lang="en-US" sz="1600" dirty="0" err="1"/>
              <a:t>locator.click</a:t>
            </a:r>
            <a:r>
              <a:rPr lang="en-US" sz="1600" dirty="0"/>
              <a:t>(); }</a:t>
            </a:r>
          </a:p>
          <a:p>
            <a:pPr algn="ctr"/>
            <a:r>
              <a:rPr lang="en-US" sz="1600" dirty="0"/>
              <a:t>    async </a:t>
            </a:r>
            <a:r>
              <a:rPr lang="en-US" sz="1600" dirty="0" err="1"/>
              <a:t>fillInput</a:t>
            </a:r>
            <a:r>
              <a:rPr lang="en-US" sz="1600" dirty="0"/>
              <a:t>(locator, value) { await </a:t>
            </a:r>
            <a:r>
              <a:rPr lang="en-US" sz="1600" dirty="0" err="1"/>
              <a:t>locator.fill</a:t>
            </a:r>
            <a:r>
              <a:rPr lang="en-US" sz="1600" dirty="0"/>
              <a:t>(value); }</a:t>
            </a:r>
          </a:p>
          <a:p>
            <a:pPr algn="ctr"/>
            <a:r>
              <a:rPr lang="en-US" sz="1600" dirty="0"/>
              <a:t>    async </a:t>
            </a:r>
            <a:r>
              <a:rPr lang="en-US" sz="1600" dirty="0" err="1"/>
              <a:t>clearInput</a:t>
            </a:r>
            <a:r>
              <a:rPr lang="en-US" sz="1600" dirty="0"/>
              <a:t>(locator) { await </a:t>
            </a:r>
            <a:r>
              <a:rPr lang="en-US" sz="1600" dirty="0" err="1"/>
              <a:t>locator.clear</a:t>
            </a:r>
            <a:r>
              <a:rPr lang="en-US" sz="1600" dirty="0"/>
              <a:t>(); }</a:t>
            </a:r>
          </a:p>
          <a:p>
            <a:pPr algn="ctr"/>
            <a:r>
              <a:rPr lang="en-US" sz="1600" dirty="0"/>
              <a:t>    async </a:t>
            </a:r>
            <a:r>
              <a:rPr lang="en-US" sz="1600" dirty="0" err="1"/>
              <a:t>getText</a:t>
            </a:r>
            <a:r>
              <a:rPr lang="en-US" sz="1600" dirty="0"/>
              <a:t>(locator) { return await </a:t>
            </a:r>
            <a:r>
              <a:rPr lang="en-US" sz="1600" dirty="0" err="1"/>
              <a:t>locator.innerText</a:t>
            </a:r>
            <a:r>
              <a:rPr lang="en-US" sz="1600" dirty="0"/>
              <a:t>(); }</a:t>
            </a:r>
          </a:p>
          <a:p>
            <a:pPr algn="ctr"/>
            <a:r>
              <a:rPr lang="en-US" sz="1600" dirty="0"/>
              <a:t>    async </a:t>
            </a:r>
            <a:r>
              <a:rPr lang="en-US" sz="1600" dirty="0" err="1"/>
              <a:t>isVisible</a:t>
            </a:r>
            <a:r>
              <a:rPr lang="en-US" sz="1600" dirty="0"/>
              <a:t>(locator) { return await </a:t>
            </a:r>
            <a:r>
              <a:rPr lang="en-US" sz="1600" dirty="0" err="1"/>
              <a:t>locator.isVisible</a:t>
            </a:r>
            <a:r>
              <a:rPr lang="en-US" sz="1600" dirty="0"/>
              <a:t>(); }</a:t>
            </a:r>
          </a:p>
          <a:p>
            <a:pPr algn="ctr"/>
            <a:r>
              <a:rPr lang="en-US" sz="1600" dirty="0"/>
              <a:t>    async </a:t>
            </a:r>
            <a:r>
              <a:rPr lang="en-US" sz="1600" dirty="0" err="1"/>
              <a:t>isEnabled</a:t>
            </a:r>
            <a:r>
              <a:rPr lang="en-US" sz="1600" dirty="0"/>
              <a:t>(locator) { return await </a:t>
            </a:r>
            <a:r>
              <a:rPr lang="en-US" sz="1600" dirty="0" err="1"/>
              <a:t>locator.isEnabled</a:t>
            </a:r>
            <a:r>
              <a:rPr lang="en-US" sz="1600" dirty="0"/>
              <a:t>(); }</a:t>
            </a:r>
          </a:p>
          <a:p>
            <a:pPr algn="ctr"/>
            <a:r>
              <a:rPr lang="en-US" sz="1600" dirty="0"/>
              <a:t>    async </a:t>
            </a:r>
            <a:r>
              <a:rPr lang="en-US" sz="1600" dirty="0" err="1"/>
              <a:t>selectDropdown</a:t>
            </a:r>
            <a:r>
              <a:rPr lang="en-US" sz="1600" dirty="0"/>
              <a:t>(locator, value) { await </a:t>
            </a:r>
            <a:r>
              <a:rPr lang="en-US" sz="1600" dirty="0" err="1"/>
              <a:t>locator.selectOption</a:t>
            </a:r>
            <a:r>
              <a:rPr lang="en-US" sz="1600" dirty="0"/>
              <a:t>(value); }</a:t>
            </a:r>
          </a:p>
          <a:p>
            <a:pPr algn="ctr"/>
            <a:r>
              <a:rPr lang="en-US" sz="1600" dirty="0"/>
              <a:t>    async </a:t>
            </a:r>
            <a:r>
              <a:rPr lang="en-US" sz="1600" dirty="0" err="1"/>
              <a:t>checkCheckbox</a:t>
            </a:r>
            <a:r>
              <a:rPr lang="en-US" sz="1600" dirty="0"/>
              <a:t>(locator) { await </a:t>
            </a:r>
            <a:r>
              <a:rPr lang="en-US" sz="1600" dirty="0" err="1"/>
              <a:t>locator.check</a:t>
            </a:r>
            <a:r>
              <a:rPr lang="en-US" sz="1600" dirty="0"/>
              <a:t>(); }</a:t>
            </a:r>
          </a:p>
          <a:p>
            <a:pPr algn="ctr"/>
            <a:r>
              <a:rPr lang="en-US" sz="1600" dirty="0"/>
              <a:t>    async </a:t>
            </a:r>
            <a:r>
              <a:rPr lang="en-US" sz="1600" dirty="0" err="1"/>
              <a:t>uncheckCheckbox</a:t>
            </a:r>
            <a:r>
              <a:rPr lang="en-US" sz="1600" dirty="0"/>
              <a:t>(locator) { await </a:t>
            </a:r>
            <a:r>
              <a:rPr lang="en-US" sz="1600" dirty="0" err="1"/>
              <a:t>locator.uncheck</a:t>
            </a:r>
            <a:r>
              <a:rPr lang="en-US" sz="1600" dirty="0"/>
              <a:t>(); }</a:t>
            </a:r>
          </a:p>
          <a:p>
            <a:pPr algn="ctr"/>
            <a:r>
              <a:rPr lang="en-US" sz="1600" dirty="0"/>
              <a:t>    async </a:t>
            </a:r>
            <a:r>
              <a:rPr lang="en-US" sz="1600" dirty="0" err="1"/>
              <a:t>hoverElement</a:t>
            </a:r>
            <a:r>
              <a:rPr lang="en-US" sz="1600" dirty="0"/>
              <a:t>(locator) { await </a:t>
            </a:r>
            <a:r>
              <a:rPr lang="en-US" sz="1600" dirty="0" err="1"/>
              <a:t>locator.hover</a:t>
            </a:r>
            <a:r>
              <a:rPr lang="en-US" sz="1600" dirty="0"/>
              <a:t>(); }</a:t>
            </a:r>
          </a:p>
          <a:p>
            <a:pPr algn="ctr"/>
            <a:r>
              <a:rPr lang="en-US" sz="1600" dirty="0"/>
              <a:t>    async </a:t>
            </a:r>
            <a:r>
              <a:rPr lang="en-US" sz="1600" dirty="0" err="1"/>
              <a:t>pressKey</a:t>
            </a:r>
            <a:r>
              <a:rPr lang="en-US" sz="1600" dirty="0"/>
              <a:t>(locator, key) { await </a:t>
            </a:r>
            <a:r>
              <a:rPr lang="en-US" sz="1600" dirty="0" err="1"/>
              <a:t>locator.press</a:t>
            </a:r>
            <a:r>
              <a:rPr lang="en-US" sz="1600" dirty="0"/>
              <a:t>(key); }</a:t>
            </a:r>
          </a:p>
          <a:p>
            <a:pPr algn="ctr"/>
            <a:r>
              <a:rPr lang="en-US" sz="1600" dirty="0"/>
              <a:t>    async </a:t>
            </a:r>
            <a:r>
              <a:rPr lang="en-US" sz="1600" dirty="0" err="1"/>
              <a:t>getAttribute</a:t>
            </a:r>
            <a:r>
              <a:rPr lang="en-US" sz="1600" dirty="0"/>
              <a:t>(locator, name) { return await </a:t>
            </a:r>
            <a:r>
              <a:rPr lang="en-US" sz="1600" dirty="0" err="1"/>
              <a:t>locator.getAttribute</a:t>
            </a:r>
            <a:r>
              <a:rPr lang="en-US" sz="1600" dirty="0"/>
              <a:t>(name); }</a:t>
            </a:r>
          </a:p>
          <a:p>
            <a:pPr algn="ctr"/>
            <a:r>
              <a:rPr lang="en-US" sz="1600" dirty="0"/>
              <a:t>    async </a:t>
            </a:r>
            <a:r>
              <a:rPr lang="en-US" sz="1600" dirty="0" err="1"/>
              <a:t>countElements</a:t>
            </a:r>
            <a:r>
              <a:rPr lang="en-US" sz="1600" dirty="0"/>
              <a:t>(locator) { return await </a:t>
            </a:r>
            <a:r>
              <a:rPr lang="en-US" sz="1600" dirty="0" err="1"/>
              <a:t>locator.count</a:t>
            </a:r>
            <a:r>
              <a:rPr lang="en-US" sz="1600" dirty="0"/>
              <a:t>(); }</a:t>
            </a:r>
          </a:p>
          <a:p>
            <a:pPr algn="ctr"/>
            <a:r>
              <a:rPr lang="en-US" sz="1600" dirty="0"/>
              <a:t>    async </a:t>
            </a:r>
            <a:r>
              <a:rPr lang="en-US" sz="1600" dirty="0" err="1"/>
              <a:t>waitForElement</a:t>
            </a:r>
            <a:r>
              <a:rPr lang="en-US" sz="1600" dirty="0"/>
              <a:t>(locator) { await </a:t>
            </a:r>
            <a:r>
              <a:rPr lang="en-US" sz="1600" dirty="0" err="1"/>
              <a:t>locator.waitFor</a:t>
            </a:r>
            <a:r>
              <a:rPr lang="en-US" sz="1600" dirty="0"/>
              <a:t>({ state: 'visible' }); }</a:t>
            </a:r>
          </a:p>
          <a:p>
            <a:pPr algn="ctr"/>
            <a:r>
              <a:rPr lang="en-US" sz="1600" dirty="0"/>
              <a:t>    async </a:t>
            </a:r>
            <a:r>
              <a:rPr lang="en-US" sz="1600" dirty="0" err="1"/>
              <a:t>verifyVisible</a:t>
            </a:r>
            <a:r>
              <a:rPr lang="en-US" sz="1600" dirty="0"/>
              <a:t>(locator) { await expect(locator).</a:t>
            </a:r>
            <a:r>
              <a:rPr lang="en-US" sz="1600" dirty="0" err="1"/>
              <a:t>toBeVisible</a:t>
            </a:r>
            <a:r>
              <a:rPr lang="en-US" sz="1600" dirty="0"/>
              <a:t>(); }</a:t>
            </a:r>
          </a:p>
          <a:p>
            <a:pPr algn="ctr"/>
            <a:r>
              <a:rPr lang="en-US" sz="1600" dirty="0"/>
              <a:t>    async </a:t>
            </a:r>
            <a:r>
              <a:rPr lang="en-US" sz="1600" dirty="0" err="1"/>
              <a:t>verifyText</a:t>
            </a:r>
            <a:r>
              <a:rPr lang="en-US" sz="1600" dirty="0"/>
              <a:t>(locator, text) { await expect(locator).</a:t>
            </a:r>
            <a:r>
              <a:rPr lang="en-US" sz="1600" dirty="0" err="1"/>
              <a:t>toHaveText</a:t>
            </a:r>
            <a:r>
              <a:rPr lang="en-US" sz="1600" dirty="0"/>
              <a:t>(text); }</a:t>
            </a:r>
          </a:p>
          <a:p>
            <a:pPr algn="ctr"/>
            <a:r>
              <a:rPr lang="en-US" sz="1600" dirty="0"/>
              <a:t>    async </a:t>
            </a:r>
            <a:r>
              <a:rPr lang="en-US" sz="1600" dirty="0" err="1"/>
              <a:t>verifyEnabled</a:t>
            </a:r>
            <a:r>
              <a:rPr lang="en-US" sz="1600" dirty="0"/>
              <a:t>(locator) { await expect(locator).</a:t>
            </a:r>
            <a:r>
              <a:rPr lang="en-US" sz="1600" dirty="0" err="1"/>
              <a:t>toBeEnabled</a:t>
            </a:r>
            <a:r>
              <a:rPr lang="en-US" sz="1600" dirty="0"/>
              <a:t>(); }</a:t>
            </a:r>
          </a:p>
          <a:p>
            <a:pPr algn="ctr"/>
            <a:r>
              <a:rPr lang="en-US" sz="1600" dirty="0"/>
              <a:t>    async </a:t>
            </a:r>
            <a:r>
              <a:rPr lang="en-US" sz="1600" dirty="0" err="1"/>
              <a:t>verifyURL</a:t>
            </a:r>
            <a:r>
              <a:rPr lang="en-US" sz="1600" dirty="0"/>
              <a:t>(</a:t>
            </a:r>
            <a:r>
              <a:rPr lang="en-US" sz="1600" dirty="0" err="1"/>
              <a:t>url</a:t>
            </a:r>
            <a:r>
              <a:rPr lang="en-US" sz="1600" dirty="0"/>
              <a:t>) { await expect(</a:t>
            </a:r>
            <a:r>
              <a:rPr lang="en-US" sz="1600" dirty="0" err="1"/>
              <a:t>this.page</a:t>
            </a:r>
            <a:r>
              <a:rPr lang="en-US" sz="1600" dirty="0"/>
              <a:t>).</a:t>
            </a:r>
            <a:r>
              <a:rPr lang="en-US" sz="1600" dirty="0" err="1"/>
              <a:t>toHaveURL</a:t>
            </a:r>
            <a:r>
              <a:rPr lang="en-US" sz="1600" dirty="0"/>
              <a:t>(</a:t>
            </a:r>
            <a:r>
              <a:rPr lang="en-US" sz="1600" dirty="0" err="1"/>
              <a:t>url</a:t>
            </a:r>
            <a:r>
              <a:rPr lang="en-US" sz="1600" dirty="0"/>
              <a:t>); }</a:t>
            </a:r>
          </a:p>
          <a:p>
            <a:pPr algn="ctr"/>
            <a:r>
              <a:rPr lang="en-US" sz="1600" dirty="0"/>
              <a:t>}</a:t>
            </a:r>
          </a:p>
          <a:p>
            <a:pPr algn="ctr"/>
            <a:endParaRPr lang="en-US" sz="1600" dirty="0"/>
          </a:p>
        </p:txBody>
      </p:sp>
      <p:sp>
        <p:nvSpPr>
          <p:cNvPr id="3" name="Rectangle 2">
            <a:extLst>
              <a:ext uri="{FF2B5EF4-FFF2-40B4-BE49-F238E27FC236}">
                <a16:creationId xmlns:a16="http://schemas.microsoft.com/office/drawing/2014/main" id="{0B8A72DE-8199-528B-2305-50B3E0FA14C2}"/>
              </a:ext>
            </a:extLst>
          </p:cNvPr>
          <p:cNvSpPr/>
          <p:nvPr/>
        </p:nvSpPr>
        <p:spPr>
          <a:xfrm>
            <a:off x="807720" y="438912"/>
            <a:ext cx="2231136" cy="11887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Sample </a:t>
            </a:r>
            <a:r>
              <a:rPr lang="en-US" dirty="0" err="1"/>
              <a:t>baseclass</a:t>
            </a:r>
            <a:r>
              <a:rPr lang="en-US" dirty="0"/>
              <a:t> reusable methods</a:t>
            </a:r>
          </a:p>
        </p:txBody>
      </p:sp>
    </p:spTree>
    <p:extLst>
      <p:ext uri="{BB962C8B-B14F-4D97-AF65-F5344CB8AC3E}">
        <p14:creationId xmlns:p14="http://schemas.microsoft.com/office/powerpoint/2010/main" val="975529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099A3A-006E-C280-4799-59353285EF31}"/>
              </a:ext>
            </a:extLst>
          </p:cNvPr>
          <p:cNvSpPr/>
          <p:nvPr/>
        </p:nvSpPr>
        <p:spPr>
          <a:xfrm>
            <a:off x="1088136" y="393192"/>
            <a:ext cx="8439912" cy="37398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Create a </a:t>
            </a:r>
            <a:r>
              <a:rPr lang="en-US" dirty="0" err="1"/>
              <a:t>BaseClass</a:t>
            </a:r>
            <a:r>
              <a:rPr lang="en-US" dirty="0"/>
              <a:t> folder and create a </a:t>
            </a:r>
            <a:r>
              <a:rPr lang="en-US" dirty="0" err="1"/>
              <a:t>basreusable</a:t>
            </a:r>
            <a:r>
              <a:rPr lang="en-US" dirty="0"/>
              <a:t> methods.js and have all methods in it.</a:t>
            </a:r>
            <a:br>
              <a:rPr lang="en-US" dirty="0"/>
            </a:br>
            <a:r>
              <a:rPr lang="en-US" dirty="0"/>
              <a:t>Then in pages file we need to import the </a:t>
            </a:r>
            <a:r>
              <a:rPr lang="en-US" dirty="0" err="1"/>
              <a:t>baseclass</a:t>
            </a:r>
            <a:r>
              <a:rPr lang="en-US" dirty="0"/>
              <a:t> using the class name</a:t>
            </a:r>
            <a:br>
              <a:rPr lang="en-US" dirty="0"/>
            </a:br>
            <a:r>
              <a:rPr lang="en-US" dirty="0"/>
              <a:t>import {</a:t>
            </a:r>
            <a:r>
              <a:rPr lang="en-US" dirty="0" err="1"/>
              <a:t>BasePage</a:t>
            </a:r>
            <a:r>
              <a:rPr lang="en-US" dirty="0"/>
              <a:t>} from '../</a:t>
            </a:r>
            <a:r>
              <a:rPr lang="en-US" dirty="0" err="1"/>
              <a:t>baseclass</a:t>
            </a:r>
            <a:r>
              <a:rPr lang="en-US" dirty="0"/>
              <a:t>/basemethods.js’;</a:t>
            </a:r>
          </a:p>
          <a:p>
            <a:pPr algn="ctr"/>
            <a:r>
              <a:rPr lang="en-US" dirty="0"/>
              <a:t>Then extend the current class using </a:t>
            </a:r>
            <a:r>
              <a:rPr lang="en-US" dirty="0" err="1"/>
              <a:t>BasePage</a:t>
            </a:r>
            <a:r>
              <a:rPr lang="en-US" dirty="0"/>
              <a:t> using keyword called extends</a:t>
            </a:r>
          </a:p>
          <a:p>
            <a:pPr algn="ctr"/>
            <a:r>
              <a:rPr lang="en-US" dirty="0"/>
              <a:t>Then in constructor use super(page) so that it invoke all base class methods and in base class we need to have </a:t>
            </a:r>
            <a:r>
              <a:rPr lang="en-US" dirty="0" err="1"/>
              <a:t>this.page</a:t>
            </a:r>
            <a:r>
              <a:rPr lang="en-US" dirty="0"/>
              <a:t>=page;</a:t>
            </a:r>
          </a:p>
          <a:p>
            <a:r>
              <a:rPr lang="en-US" dirty="0"/>
              <a:t>Then all methods from base class should be like  </a:t>
            </a:r>
            <a:r>
              <a:rPr lang="en-US" b="1" dirty="0"/>
              <a:t>await  </a:t>
            </a:r>
            <a:r>
              <a:rPr lang="en-US" b="1" dirty="0" err="1"/>
              <a:t>this.clickElement</a:t>
            </a:r>
            <a:r>
              <a:rPr lang="en-US" b="1" dirty="0"/>
              <a:t>(</a:t>
            </a:r>
            <a:r>
              <a:rPr lang="en-US" b="1" dirty="0" err="1"/>
              <a:t>this.btn</a:t>
            </a:r>
            <a:r>
              <a:rPr lang="en-US" b="1" dirty="0"/>
              <a:t>);</a:t>
            </a:r>
            <a:br>
              <a:rPr lang="en-US" b="1" dirty="0"/>
            </a:br>
            <a:endParaRPr lang="en-US" dirty="0"/>
          </a:p>
          <a:p>
            <a:r>
              <a:rPr lang="en-US" dirty="0"/>
              <a:t>So that we can avoid duplication of code and reusability is obtained</a:t>
            </a:r>
          </a:p>
          <a:p>
            <a:pPr algn="ctr"/>
            <a:endParaRPr lang="en-US" dirty="0"/>
          </a:p>
          <a:p>
            <a:pPr algn="ctr"/>
            <a:endParaRPr lang="en-US" dirty="0"/>
          </a:p>
        </p:txBody>
      </p:sp>
    </p:spTree>
    <p:extLst>
      <p:ext uri="{BB962C8B-B14F-4D97-AF65-F5344CB8AC3E}">
        <p14:creationId xmlns:p14="http://schemas.microsoft.com/office/powerpoint/2010/main" val="31236582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D471A1-AC61-CC0B-8E5B-0048141E19F0}"/>
              </a:ext>
            </a:extLst>
          </p:cNvPr>
          <p:cNvSpPr/>
          <p:nvPr/>
        </p:nvSpPr>
        <p:spPr>
          <a:xfrm>
            <a:off x="1728216" y="164592"/>
            <a:ext cx="6574536" cy="7406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Fixture and custom fixture</a:t>
            </a:r>
          </a:p>
        </p:txBody>
      </p:sp>
      <p:sp>
        <p:nvSpPr>
          <p:cNvPr id="3" name="Rectangle 2">
            <a:extLst>
              <a:ext uri="{FF2B5EF4-FFF2-40B4-BE49-F238E27FC236}">
                <a16:creationId xmlns:a16="http://schemas.microsoft.com/office/drawing/2014/main" id="{58929C48-F537-2D27-8B68-05D6D946FFCA}"/>
              </a:ext>
            </a:extLst>
          </p:cNvPr>
          <p:cNvSpPr/>
          <p:nvPr/>
        </p:nvSpPr>
        <p:spPr>
          <a:xfrm>
            <a:off x="8723376" y="82296"/>
            <a:ext cx="3255264" cy="35478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Fixture </a:t>
            </a:r>
            <a:r>
              <a:rPr lang="en-US" dirty="0" err="1"/>
              <a:t>na</a:t>
            </a:r>
            <a:r>
              <a:rPr lang="en-US" dirty="0"/>
              <a:t> </a:t>
            </a:r>
            <a:r>
              <a:rPr lang="en-US" dirty="0" err="1"/>
              <a:t>oru</a:t>
            </a:r>
            <a:r>
              <a:rPr lang="en-US" dirty="0"/>
              <a:t> test execute </a:t>
            </a:r>
            <a:r>
              <a:rPr lang="en-US" dirty="0" err="1"/>
              <a:t>aaguradhukku</a:t>
            </a:r>
            <a:r>
              <a:rPr lang="en-US" dirty="0"/>
              <a:t> </a:t>
            </a:r>
            <a:r>
              <a:rPr lang="en-US" dirty="0" err="1"/>
              <a:t>thevaiyana</a:t>
            </a:r>
            <a:r>
              <a:rPr lang="en-US" dirty="0"/>
              <a:t> setup-ai ready panni, test </a:t>
            </a:r>
            <a:r>
              <a:rPr lang="en-US" dirty="0" err="1"/>
              <a:t>mudinja</a:t>
            </a:r>
            <a:r>
              <a:rPr lang="en-US" dirty="0"/>
              <a:t> </a:t>
            </a:r>
            <a:r>
              <a:rPr lang="en-US" dirty="0" err="1"/>
              <a:t>piragu</a:t>
            </a:r>
            <a:r>
              <a:rPr lang="en-US" dirty="0"/>
              <a:t> </a:t>
            </a:r>
            <a:r>
              <a:rPr lang="en-US" dirty="0" err="1"/>
              <a:t>thevaiyana</a:t>
            </a:r>
            <a:r>
              <a:rPr lang="en-US" dirty="0"/>
              <a:t> cleanup-ai automatic-ah manage </a:t>
            </a:r>
            <a:r>
              <a:rPr lang="en-US" dirty="0" err="1"/>
              <a:t>pannura</a:t>
            </a:r>
            <a:r>
              <a:rPr lang="en-US" dirty="0"/>
              <a:t> mechanism.</a:t>
            </a:r>
          </a:p>
          <a:p>
            <a:r>
              <a:rPr lang="en-US" dirty="0"/>
              <a:t>Example, un test-</a:t>
            </a:r>
            <a:r>
              <a:rPr lang="en-US" dirty="0" err="1"/>
              <a:t>ku</a:t>
            </a:r>
            <a:r>
              <a:rPr lang="en-US" dirty="0"/>
              <a:t>:</a:t>
            </a:r>
          </a:p>
          <a:p>
            <a:pPr lvl="0"/>
            <a:r>
              <a:rPr lang="en-US" dirty="0"/>
              <a:t>Browser page </a:t>
            </a:r>
            <a:r>
              <a:rPr lang="en-US" dirty="0" err="1"/>
              <a:t>venum</a:t>
            </a:r>
            <a:r>
              <a:rPr lang="en-US" dirty="0"/>
              <a:t>.</a:t>
            </a:r>
          </a:p>
          <a:p>
            <a:pPr lvl="0"/>
            <a:r>
              <a:rPr lang="en-US" dirty="0"/>
              <a:t>Login page object </a:t>
            </a:r>
            <a:r>
              <a:rPr lang="en-US" dirty="0" err="1"/>
              <a:t>venum</a:t>
            </a:r>
            <a:r>
              <a:rPr lang="en-US" dirty="0"/>
              <a:t>.</a:t>
            </a:r>
          </a:p>
          <a:p>
            <a:pPr lvl="0"/>
            <a:r>
              <a:rPr lang="en-US" dirty="0"/>
              <a:t>User login </a:t>
            </a:r>
            <a:r>
              <a:rPr lang="en-US" dirty="0" err="1"/>
              <a:t>aagirukkanum</a:t>
            </a:r>
            <a:r>
              <a:rPr lang="en-US" dirty="0"/>
              <a:t>.</a:t>
            </a:r>
          </a:p>
          <a:p>
            <a:pPr lvl="0"/>
            <a:r>
              <a:rPr lang="en-US" dirty="0"/>
              <a:t>Test </a:t>
            </a:r>
            <a:r>
              <a:rPr lang="en-US" dirty="0" err="1"/>
              <a:t>mudinja</a:t>
            </a:r>
            <a:r>
              <a:rPr lang="en-US" dirty="0"/>
              <a:t> </a:t>
            </a:r>
            <a:r>
              <a:rPr lang="en-US" dirty="0" err="1"/>
              <a:t>piragu</a:t>
            </a:r>
            <a:r>
              <a:rPr lang="en-US" dirty="0"/>
              <a:t> resources clean-ah close </a:t>
            </a:r>
            <a:r>
              <a:rPr lang="en-US" dirty="0" err="1"/>
              <a:t>aaganum</a:t>
            </a:r>
            <a:r>
              <a:rPr lang="en-US" dirty="0"/>
              <a:t>.</a:t>
            </a:r>
          </a:p>
          <a:p>
            <a:pPr algn="ctr"/>
            <a:endParaRPr lang="en-US" dirty="0"/>
          </a:p>
        </p:txBody>
      </p:sp>
      <p:cxnSp>
        <p:nvCxnSpPr>
          <p:cNvPr id="5" name="Straight Arrow Connector 4">
            <a:extLst>
              <a:ext uri="{FF2B5EF4-FFF2-40B4-BE49-F238E27FC236}">
                <a16:creationId xmlns:a16="http://schemas.microsoft.com/office/drawing/2014/main" id="{9E793DAA-9E8C-A3F4-4F49-830FCA43F8EC}"/>
              </a:ext>
            </a:extLst>
          </p:cNvPr>
          <p:cNvCxnSpPr>
            <a:cxnSpLocks/>
            <a:stCxn id="2" idx="2"/>
            <a:endCxn id="3" idx="1"/>
          </p:cNvCxnSpPr>
          <p:nvPr/>
        </p:nvCxnSpPr>
        <p:spPr>
          <a:xfrm>
            <a:off x="5015484" y="905256"/>
            <a:ext cx="3707892" cy="9509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BFE67544-1735-6C26-B99B-345CB722F6ED}"/>
              </a:ext>
            </a:extLst>
          </p:cNvPr>
          <p:cNvSpPr/>
          <p:nvPr/>
        </p:nvSpPr>
        <p:spPr>
          <a:xfrm>
            <a:off x="1728216" y="2459736"/>
            <a:ext cx="6574536" cy="576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Built-in fixtures </a:t>
            </a:r>
          </a:p>
        </p:txBody>
      </p:sp>
      <p:sp>
        <p:nvSpPr>
          <p:cNvPr id="9" name="Rectangle 8">
            <a:extLst>
              <a:ext uri="{FF2B5EF4-FFF2-40B4-BE49-F238E27FC236}">
                <a16:creationId xmlns:a16="http://schemas.microsoft.com/office/drawing/2014/main" id="{198DF9CB-43E5-4FAF-A6F3-41D55AE159E0}"/>
              </a:ext>
            </a:extLst>
          </p:cNvPr>
          <p:cNvSpPr/>
          <p:nvPr/>
        </p:nvSpPr>
        <p:spPr>
          <a:xfrm>
            <a:off x="8723376" y="3995928"/>
            <a:ext cx="3145536" cy="10881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Playwright already provide </a:t>
            </a:r>
            <a:r>
              <a:rPr lang="en-US" dirty="0" err="1"/>
              <a:t>pannura</a:t>
            </a:r>
            <a:r>
              <a:rPr lang="en-US" dirty="0"/>
              <a:t> fixtures-</a:t>
            </a:r>
            <a:r>
              <a:rPr lang="en-US" dirty="0" err="1"/>
              <a:t>ku</a:t>
            </a:r>
            <a:r>
              <a:rPr lang="en-US" dirty="0"/>
              <a:t> built-in fixtures nu </a:t>
            </a:r>
            <a:r>
              <a:rPr lang="en-US" dirty="0" err="1"/>
              <a:t>peru</a:t>
            </a:r>
            <a:r>
              <a:rPr lang="en-US" dirty="0"/>
              <a:t>. page fixture usually test-scoped</a:t>
            </a:r>
          </a:p>
        </p:txBody>
      </p:sp>
      <p:sp>
        <p:nvSpPr>
          <p:cNvPr id="12" name="Rectangle 11">
            <a:extLst>
              <a:ext uri="{FF2B5EF4-FFF2-40B4-BE49-F238E27FC236}">
                <a16:creationId xmlns:a16="http://schemas.microsoft.com/office/drawing/2014/main" id="{049A5A60-9A48-10DA-AEC0-ED1E14146B84}"/>
              </a:ext>
            </a:extLst>
          </p:cNvPr>
          <p:cNvSpPr/>
          <p:nvPr/>
        </p:nvSpPr>
        <p:spPr>
          <a:xfrm>
            <a:off x="594360" y="3493008"/>
            <a:ext cx="7708392" cy="2862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graphicFrame>
        <p:nvGraphicFramePr>
          <p:cNvPr id="14" name="Table 13">
            <a:extLst>
              <a:ext uri="{FF2B5EF4-FFF2-40B4-BE49-F238E27FC236}">
                <a16:creationId xmlns:a16="http://schemas.microsoft.com/office/drawing/2014/main" id="{B68C09E0-D816-5BC3-01E3-587195F6A21E}"/>
              </a:ext>
            </a:extLst>
          </p:cNvPr>
          <p:cNvGraphicFramePr>
            <a:graphicFrameLocks noGrp="1"/>
          </p:cNvGraphicFramePr>
          <p:nvPr>
            <p:extLst>
              <p:ext uri="{D42A27DB-BD31-4B8C-83A1-F6EECF244321}">
                <p14:modId xmlns:p14="http://schemas.microsoft.com/office/powerpoint/2010/main" val="3959845719"/>
              </p:ext>
            </p:extLst>
          </p:nvPr>
        </p:nvGraphicFramePr>
        <p:xfrm>
          <a:off x="768096" y="3566160"/>
          <a:ext cx="7415784" cy="2745148"/>
        </p:xfrm>
        <a:graphic>
          <a:graphicData uri="http://schemas.openxmlformats.org/drawingml/2006/table">
            <a:tbl>
              <a:tblPr>
                <a:tableStyleId>{5C22544A-7EE6-4342-B048-85BDC9FD1C3A}</a:tableStyleId>
              </a:tblPr>
              <a:tblGrid>
                <a:gridCol w="1594214">
                  <a:extLst>
                    <a:ext uri="{9D8B030D-6E8A-4147-A177-3AD203B41FA5}">
                      <a16:colId xmlns:a16="http://schemas.microsoft.com/office/drawing/2014/main" val="3343724201"/>
                    </a:ext>
                  </a:extLst>
                </a:gridCol>
                <a:gridCol w="5821570">
                  <a:extLst>
                    <a:ext uri="{9D8B030D-6E8A-4147-A177-3AD203B41FA5}">
                      <a16:colId xmlns:a16="http://schemas.microsoft.com/office/drawing/2014/main" val="343682066"/>
                    </a:ext>
                  </a:extLst>
                </a:gridCol>
              </a:tblGrid>
              <a:tr h="384870">
                <a:tc>
                  <a:txBody>
                    <a:bodyPr/>
                    <a:lstStyle/>
                    <a:p>
                      <a:pPr>
                        <a:buNone/>
                      </a:pPr>
                      <a:r>
                        <a:rPr lang="en-US" dirty="0"/>
                        <a:t>Built-in fixture</a:t>
                      </a:r>
                    </a:p>
                  </a:txBody>
                  <a:tcPr anchor="ctr"/>
                </a:tc>
                <a:tc>
                  <a:txBody>
                    <a:bodyPr/>
                    <a:lstStyle/>
                    <a:p>
                      <a:pPr>
                        <a:buNone/>
                      </a:pPr>
                      <a:r>
                        <a:rPr lang="en-US"/>
                        <a:t>Enna pannum?</a:t>
                      </a:r>
                    </a:p>
                  </a:txBody>
                  <a:tcPr anchor="ctr"/>
                </a:tc>
                <a:extLst>
                  <a:ext uri="{0D108BD9-81ED-4DB2-BD59-A6C34878D82A}">
                    <a16:rowId xmlns:a16="http://schemas.microsoft.com/office/drawing/2014/main" val="2682212631"/>
                  </a:ext>
                </a:extLst>
              </a:tr>
              <a:tr h="429920">
                <a:tc>
                  <a:txBody>
                    <a:bodyPr/>
                    <a:lstStyle/>
                    <a:p>
                      <a:pPr>
                        <a:buNone/>
                      </a:pPr>
                      <a:r>
                        <a:rPr lang="en-US" dirty="0"/>
                        <a:t>page</a:t>
                      </a:r>
                    </a:p>
                  </a:txBody>
                  <a:tcPr anchor="ctr"/>
                </a:tc>
                <a:tc>
                  <a:txBody>
                    <a:bodyPr/>
                    <a:lstStyle/>
                    <a:p>
                      <a:pPr>
                        <a:buNone/>
                      </a:pPr>
                      <a:r>
                        <a:rPr lang="en-US"/>
                        <a:t>Browser-la oru page/tab provide pannum</a:t>
                      </a:r>
                    </a:p>
                  </a:txBody>
                  <a:tcPr anchor="ctr"/>
                </a:tc>
                <a:extLst>
                  <a:ext uri="{0D108BD9-81ED-4DB2-BD59-A6C34878D82A}">
                    <a16:rowId xmlns:a16="http://schemas.microsoft.com/office/drawing/2014/main" val="909846830"/>
                  </a:ext>
                </a:extLst>
              </a:tr>
              <a:tr h="614171">
                <a:tc>
                  <a:txBody>
                    <a:bodyPr/>
                    <a:lstStyle/>
                    <a:p>
                      <a:pPr>
                        <a:buNone/>
                      </a:pPr>
                      <a:r>
                        <a:rPr lang="en-US"/>
                        <a:t>context</a:t>
                      </a:r>
                    </a:p>
                  </a:txBody>
                  <a:tcPr anchor="ctr"/>
                </a:tc>
                <a:tc>
                  <a:txBody>
                    <a:bodyPr/>
                    <a:lstStyle/>
                    <a:p>
                      <a:pPr>
                        <a:buNone/>
                      </a:pPr>
                      <a:r>
                        <a:rPr lang="en-US"/>
                        <a:t>Browser session context manage pannum; cookies, local storage madhiri state irukkum</a:t>
                      </a:r>
                    </a:p>
                  </a:txBody>
                  <a:tcPr anchor="ctr"/>
                </a:tc>
                <a:extLst>
                  <a:ext uri="{0D108BD9-81ED-4DB2-BD59-A6C34878D82A}">
                    <a16:rowId xmlns:a16="http://schemas.microsoft.com/office/drawing/2014/main" val="3876449141"/>
                  </a:ext>
                </a:extLst>
              </a:tr>
              <a:tr h="334858">
                <a:tc>
                  <a:txBody>
                    <a:bodyPr/>
                    <a:lstStyle/>
                    <a:p>
                      <a:pPr>
                        <a:buNone/>
                      </a:pPr>
                      <a:r>
                        <a:rPr lang="en-US"/>
                        <a:t>browser</a:t>
                      </a:r>
                    </a:p>
                  </a:txBody>
                  <a:tcPr anchor="ctr"/>
                </a:tc>
                <a:tc>
                  <a:txBody>
                    <a:bodyPr/>
                    <a:lstStyle/>
                    <a:p>
                      <a:pPr>
                        <a:buNone/>
                      </a:pPr>
                      <a:r>
                        <a:rPr lang="en-US"/>
                        <a:t>Browser instance provide pannum</a:t>
                      </a:r>
                    </a:p>
                  </a:txBody>
                  <a:tcPr anchor="ctr"/>
                </a:tc>
                <a:extLst>
                  <a:ext uri="{0D108BD9-81ED-4DB2-BD59-A6C34878D82A}">
                    <a16:rowId xmlns:a16="http://schemas.microsoft.com/office/drawing/2014/main" val="1191257401"/>
                  </a:ext>
                </a:extLst>
              </a:tr>
              <a:tr h="494598">
                <a:tc>
                  <a:txBody>
                    <a:bodyPr/>
                    <a:lstStyle/>
                    <a:p>
                      <a:pPr>
                        <a:buNone/>
                      </a:pPr>
                      <a:r>
                        <a:rPr lang="en-US"/>
                        <a:t>request</a:t>
                      </a:r>
                    </a:p>
                  </a:txBody>
                  <a:tcPr anchor="ctr"/>
                </a:tc>
                <a:tc>
                  <a:txBody>
                    <a:bodyPr/>
                    <a:lstStyle/>
                    <a:p>
                      <a:pPr>
                        <a:buNone/>
                      </a:pPr>
                      <a:r>
                        <a:rPr lang="en-US"/>
                        <a:t>API testing-ku APIRequestContext provide pannum</a:t>
                      </a:r>
                    </a:p>
                  </a:txBody>
                  <a:tcPr anchor="ctr"/>
                </a:tc>
                <a:extLst>
                  <a:ext uri="{0D108BD9-81ED-4DB2-BD59-A6C34878D82A}">
                    <a16:rowId xmlns:a16="http://schemas.microsoft.com/office/drawing/2014/main" val="3244265707"/>
                  </a:ext>
                </a:extLst>
              </a:tr>
              <a:tr h="429920">
                <a:tc>
                  <a:txBody>
                    <a:bodyPr/>
                    <a:lstStyle/>
                    <a:p>
                      <a:pPr>
                        <a:buNone/>
                      </a:pPr>
                      <a:r>
                        <a:rPr lang="en-US"/>
                        <a:t>playwright</a:t>
                      </a:r>
                    </a:p>
                  </a:txBody>
                  <a:tcPr anchor="ctr"/>
                </a:tc>
                <a:tc>
                  <a:txBody>
                    <a:bodyPr/>
                    <a:lstStyle/>
                    <a:p>
                      <a:pPr>
                        <a:buNone/>
                      </a:pPr>
                      <a:r>
                        <a:rPr lang="en-US" dirty="0"/>
                        <a:t>Playwright API access provide </a:t>
                      </a:r>
                      <a:r>
                        <a:rPr lang="en-US" dirty="0" err="1"/>
                        <a:t>pannum</a:t>
                      </a:r>
                      <a:endParaRPr lang="en-US" dirty="0"/>
                    </a:p>
                  </a:txBody>
                  <a:tcPr anchor="ctr"/>
                </a:tc>
                <a:extLst>
                  <a:ext uri="{0D108BD9-81ED-4DB2-BD59-A6C34878D82A}">
                    <a16:rowId xmlns:a16="http://schemas.microsoft.com/office/drawing/2014/main" val="656962662"/>
                  </a:ext>
                </a:extLst>
              </a:tr>
            </a:tbl>
          </a:graphicData>
        </a:graphic>
      </p:graphicFrame>
      <p:cxnSp>
        <p:nvCxnSpPr>
          <p:cNvPr id="11" name="Straight Arrow Connector 10">
            <a:extLst>
              <a:ext uri="{FF2B5EF4-FFF2-40B4-BE49-F238E27FC236}">
                <a16:creationId xmlns:a16="http://schemas.microsoft.com/office/drawing/2014/main" id="{8A5100CA-FA87-22A7-ED59-915E68EB2C5E}"/>
              </a:ext>
            </a:extLst>
          </p:cNvPr>
          <p:cNvCxnSpPr>
            <a:stCxn id="6" idx="2"/>
            <a:endCxn id="9" idx="1"/>
          </p:cNvCxnSpPr>
          <p:nvPr/>
        </p:nvCxnSpPr>
        <p:spPr>
          <a:xfrm>
            <a:off x="5015484" y="3035808"/>
            <a:ext cx="3707892" cy="15041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86D9994-7260-51F9-43DE-B63705C758E4}"/>
              </a:ext>
            </a:extLst>
          </p:cNvPr>
          <p:cNvCxnSpPr>
            <a:stCxn id="6" idx="2"/>
            <a:endCxn id="14" idx="0"/>
          </p:cNvCxnSpPr>
          <p:nvPr/>
        </p:nvCxnSpPr>
        <p:spPr>
          <a:xfrm flipH="1">
            <a:off x="4475988" y="3035808"/>
            <a:ext cx="539496" cy="5303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9378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FEDB2C-003B-D67D-5D68-6376FF8A1DA3}"/>
              </a:ext>
            </a:extLst>
          </p:cNvPr>
          <p:cNvSpPr/>
          <p:nvPr/>
        </p:nvSpPr>
        <p:spPr>
          <a:xfrm>
            <a:off x="978408" y="365760"/>
            <a:ext cx="6025896"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Custom fixture</a:t>
            </a:r>
          </a:p>
        </p:txBody>
      </p:sp>
      <p:sp>
        <p:nvSpPr>
          <p:cNvPr id="3" name="Rectangle 2">
            <a:extLst>
              <a:ext uri="{FF2B5EF4-FFF2-40B4-BE49-F238E27FC236}">
                <a16:creationId xmlns:a16="http://schemas.microsoft.com/office/drawing/2014/main" id="{82D09DD2-3568-8C27-7632-EE26329020FA}"/>
              </a:ext>
            </a:extLst>
          </p:cNvPr>
          <p:cNvSpPr/>
          <p:nvPr/>
        </p:nvSpPr>
        <p:spPr>
          <a:xfrm>
            <a:off x="7552944" y="457200"/>
            <a:ext cx="4005072" cy="36301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Aana </a:t>
            </a:r>
            <a:r>
              <a:rPr lang="en-US" dirty="0" err="1"/>
              <a:t>namma</a:t>
            </a:r>
            <a:r>
              <a:rPr lang="en-US" dirty="0"/>
              <a:t> </a:t>
            </a:r>
            <a:r>
              <a:rPr lang="en-US" dirty="0" err="1"/>
              <a:t>LoginPage</a:t>
            </a:r>
            <a:r>
              <a:rPr lang="en-US" dirty="0"/>
              <a:t> object-ai </a:t>
            </a:r>
            <a:r>
              <a:rPr lang="en-US" dirty="0" err="1"/>
              <a:t>ovvoru</a:t>
            </a:r>
            <a:r>
              <a:rPr lang="en-US" dirty="0"/>
              <a:t> test-</a:t>
            </a:r>
            <a:r>
              <a:rPr lang="en-US" dirty="0" err="1"/>
              <a:t>layum</a:t>
            </a:r>
            <a:r>
              <a:rPr lang="en-US" dirty="0"/>
              <a:t> create </a:t>
            </a:r>
            <a:r>
              <a:rPr lang="en-US" dirty="0" err="1"/>
              <a:t>pannrom</a:t>
            </a:r>
            <a:r>
              <a:rPr lang="en-US" dirty="0"/>
              <a:t>:</a:t>
            </a:r>
          </a:p>
          <a:p>
            <a:pPr algn="ctr"/>
            <a:endParaRPr lang="en-US" dirty="0"/>
          </a:p>
          <a:p>
            <a:pPr algn="ctr"/>
            <a:r>
              <a:rPr lang="en-US" dirty="0"/>
              <a:t>const login = new Log(page);</a:t>
            </a:r>
          </a:p>
          <a:p>
            <a:pPr algn="ctr"/>
            <a:r>
              <a:rPr lang="en-US" dirty="0"/>
              <a:t>(like above)</a:t>
            </a:r>
          </a:p>
          <a:p>
            <a:pPr algn="ctr"/>
            <a:r>
              <a:rPr lang="en-US" dirty="0" err="1"/>
              <a:t>Indha</a:t>
            </a:r>
            <a:r>
              <a:rPr lang="en-US" dirty="0"/>
              <a:t> object creation-ai </a:t>
            </a:r>
            <a:r>
              <a:rPr lang="en-US" dirty="0" err="1"/>
              <a:t>ovvoru</a:t>
            </a:r>
            <a:r>
              <a:rPr lang="en-US" dirty="0"/>
              <a:t> test-</a:t>
            </a:r>
            <a:r>
              <a:rPr lang="en-US" dirty="0" err="1"/>
              <a:t>layum</a:t>
            </a:r>
            <a:r>
              <a:rPr lang="en-US" dirty="0"/>
              <a:t> repeat </a:t>
            </a:r>
            <a:r>
              <a:rPr lang="en-US" dirty="0" err="1"/>
              <a:t>pannama</a:t>
            </a:r>
            <a:r>
              <a:rPr lang="en-US" dirty="0"/>
              <a:t>, </a:t>
            </a:r>
            <a:r>
              <a:rPr lang="en-US" dirty="0" err="1"/>
              <a:t>namma</a:t>
            </a:r>
            <a:r>
              <a:rPr lang="en-US" dirty="0"/>
              <a:t> own fixture create </a:t>
            </a:r>
            <a:r>
              <a:rPr lang="en-US" dirty="0" err="1"/>
              <a:t>pannalaam</a:t>
            </a:r>
            <a:r>
              <a:rPr lang="en-US" dirty="0"/>
              <a:t>. </a:t>
            </a:r>
            <a:r>
              <a:rPr lang="en-US" dirty="0" err="1"/>
              <a:t>Adhudhaan</a:t>
            </a:r>
            <a:r>
              <a:rPr lang="en-US" dirty="0"/>
              <a:t> custom fixture.</a:t>
            </a:r>
          </a:p>
        </p:txBody>
      </p:sp>
      <p:sp>
        <p:nvSpPr>
          <p:cNvPr id="4" name="Rectangle 3">
            <a:extLst>
              <a:ext uri="{FF2B5EF4-FFF2-40B4-BE49-F238E27FC236}">
                <a16:creationId xmlns:a16="http://schemas.microsoft.com/office/drawing/2014/main" id="{9C62CFBE-B4E4-3155-7162-E199A67DAAC2}"/>
              </a:ext>
            </a:extLst>
          </p:cNvPr>
          <p:cNvSpPr/>
          <p:nvPr/>
        </p:nvSpPr>
        <p:spPr>
          <a:xfrm>
            <a:off x="246888" y="1335024"/>
            <a:ext cx="7040880" cy="54041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 import {</a:t>
            </a:r>
            <a:r>
              <a:rPr lang="en-US" dirty="0" err="1"/>
              <a:t>test,expect</a:t>
            </a:r>
            <a:r>
              <a:rPr lang="en-US" dirty="0"/>
              <a:t>} from '@playwright/test';</a:t>
            </a:r>
          </a:p>
          <a:p>
            <a:r>
              <a:rPr lang="en-US" dirty="0"/>
              <a:t>import { log } from '../pages/loginpage.js';</a:t>
            </a:r>
          </a:p>
          <a:p>
            <a:r>
              <a:rPr lang="en-US" dirty="0"/>
              <a:t>import { </a:t>
            </a:r>
            <a:r>
              <a:rPr lang="en-US" dirty="0" err="1"/>
              <a:t>getTestData</a:t>
            </a:r>
            <a:r>
              <a:rPr lang="en-US" dirty="0"/>
              <a:t> } from '../utility/testdata.js';</a:t>
            </a:r>
          </a:p>
          <a:p>
            <a:r>
              <a:rPr lang="en-US" dirty="0"/>
              <a:t>import { test } from '../</a:t>
            </a:r>
            <a:r>
              <a:rPr lang="en-US" dirty="0" err="1"/>
              <a:t>customfixture</a:t>
            </a:r>
            <a:r>
              <a:rPr lang="en-US" dirty="0"/>
              <a:t>/loginfixture.js’;</a:t>
            </a:r>
          </a:p>
          <a:p>
            <a:endParaRPr lang="en-US" dirty="0"/>
          </a:p>
          <a:p>
            <a:r>
              <a:rPr lang="en-US" dirty="0"/>
              <a:t>test('using fixtures', { tag: '@smoke' }, async ({ </a:t>
            </a:r>
            <a:r>
              <a:rPr lang="en-US" dirty="0" err="1"/>
              <a:t>loginfix</a:t>
            </a:r>
            <a:r>
              <a:rPr lang="en-US" dirty="0"/>
              <a:t> }) =&gt; {</a:t>
            </a:r>
          </a:p>
          <a:p>
            <a:r>
              <a:rPr lang="en-US" dirty="0"/>
              <a:t>    await </a:t>
            </a:r>
            <a:r>
              <a:rPr lang="en-US" dirty="0" err="1"/>
              <a:t>loginfix.navigation</a:t>
            </a:r>
            <a:r>
              <a:rPr lang="en-US" dirty="0"/>
              <a:t>();</a:t>
            </a:r>
          </a:p>
          <a:p>
            <a:r>
              <a:rPr lang="en-US" dirty="0"/>
              <a:t>    const </a:t>
            </a:r>
            <a:r>
              <a:rPr lang="en-US" dirty="0" err="1"/>
              <a:t>val</a:t>
            </a:r>
            <a:r>
              <a:rPr lang="en-US" dirty="0"/>
              <a:t> = </a:t>
            </a:r>
            <a:r>
              <a:rPr lang="en-US" dirty="0" err="1"/>
              <a:t>getTestData</a:t>
            </a:r>
            <a:r>
              <a:rPr lang="en-US" dirty="0"/>
              <a:t>('TC001');</a:t>
            </a:r>
          </a:p>
          <a:p>
            <a:r>
              <a:rPr lang="en-US" dirty="0"/>
              <a:t>    await </a:t>
            </a:r>
            <a:r>
              <a:rPr lang="en-US" dirty="0" err="1"/>
              <a:t>loginfix.loginjson</a:t>
            </a:r>
            <a:r>
              <a:rPr lang="en-US" dirty="0"/>
              <a:t>(</a:t>
            </a:r>
            <a:r>
              <a:rPr lang="en-US" dirty="0" err="1"/>
              <a:t>val</a:t>
            </a:r>
            <a:r>
              <a:rPr lang="en-US" dirty="0"/>
              <a:t>);</a:t>
            </a:r>
          </a:p>
          <a:p>
            <a:r>
              <a:rPr lang="en-US" dirty="0"/>
              <a:t>    </a:t>
            </a:r>
          </a:p>
          <a:p>
            <a:r>
              <a:rPr lang="en-US" dirty="0"/>
              <a:t>    if (</a:t>
            </a:r>
            <a:r>
              <a:rPr lang="en-US" dirty="0" err="1"/>
              <a:t>val.expectedResult</a:t>
            </a:r>
            <a:r>
              <a:rPr lang="en-US" dirty="0"/>
              <a:t> === 'success') {</a:t>
            </a:r>
          </a:p>
          <a:p>
            <a:r>
              <a:rPr lang="en-US" dirty="0"/>
              <a:t>        await </a:t>
            </a:r>
            <a:r>
              <a:rPr lang="en-US" dirty="0" err="1"/>
              <a:t>loginfix.verify_url</a:t>
            </a:r>
            <a:r>
              <a:rPr lang="en-US" dirty="0"/>
              <a:t>();</a:t>
            </a:r>
          </a:p>
          <a:p>
            <a:r>
              <a:rPr lang="en-US" dirty="0"/>
              <a:t>    }</a:t>
            </a:r>
          </a:p>
          <a:p>
            <a:r>
              <a:rPr lang="en-US" dirty="0"/>
              <a:t>    else if (</a:t>
            </a:r>
            <a:r>
              <a:rPr lang="en-US" dirty="0" err="1"/>
              <a:t>val.expectedResult</a:t>
            </a:r>
            <a:r>
              <a:rPr lang="en-US" dirty="0"/>
              <a:t> === "Epic </a:t>
            </a:r>
            <a:r>
              <a:rPr lang="en-US" dirty="0" err="1"/>
              <a:t>sadface</a:t>
            </a:r>
            <a:r>
              <a:rPr lang="en-US" dirty="0"/>
              <a:t>") {</a:t>
            </a:r>
          </a:p>
          <a:p>
            <a:r>
              <a:rPr lang="en-US" dirty="0"/>
              <a:t>        await </a:t>
            </a:r>
            <a:r>
              <a:rPr lang="en-US" dirty="0" err="1"/>
              <a:t>loginfix.errorMessage</a:t>
            </a:r>
            <a:r>
              <a:rPr lang="en-US" dirty="0"/>
              <a:t>(</a:t>
            </a:r>
            <a:r>
              <a:rPr lang="en-US" dirty="0" err="1"/>
              <a:t>val.expectedResult</a:t>
            </a:r>
            <a:r>
              <a:rPr lang="en-US" dirty="0"/>
              <a:t>);</a:t>
            </a:r>
          </a:p>
          <a:p>
            <a:r>
              <a:rPr lang="en-US" dirty="0"/>
              <a:t>    }</a:t>
            </a:r>
          </a:p>
          <a:p>
            <a:r>
              <a:rPr lang="en-US" dirty="0"/>
              <a:t>})</a:t>
            </a:r>
          </a:p>
          <a:p>
            <a:pPr algn="ctr"/>
            <a:endParaRPr lang="en-US" dirty="0"/>
          </a:p>
        </p:txBody>
      </p:sp>
      <p:sp>
        <p:nvSpPr>
          <p:cNvPr id="5" name="Rectangle 4">
            <a:extLst>
              <a:ext uri="{FF2B5EF4-FFF2-40B4-BE49-F238E27FC236}">
                <a16:creationId xmlns:a16="http://schemas.microsoft.com/office/drawing/2014/main" id="{683ECC8C-6A12-E594-A2F2-91A7EEFE3885}"/>
              </a:ext>
            </a:extLst>
          </p:cNvPr>
          <p:cNvSpPr/>
          <p:nvPr/>
        </p:nvSpPr>
        <p:spPr>
          <a:xfrm>
            <a:off x="804672" y="6117336"/>
            <a:ext cx="4398264" cy="5486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Sample test file</a:t>
            </a:r>
          </a:p>
        </p:txBody>
      </p:sp>
    </p:spTree>
    <p:extLst>
      <p:ext uri="{BB962C8B-B14F-4D97-AF65-F5344CB8AC3E}">
        <p14:creationId xmlns:p14="http://schemas.microsoft.com/office/powerpoint/2010/main" val="4113962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33A42-3FBC-F964-E4A6-769FDD5991BB}"/>
              </a:ext>
            </a:extLst>
          </p:cNvPr>
          <p:cNvSpPr/>
          <p:nvPr/>
        </p:nvSpPr>
        <p:spPr>
          <a:xfrm>
            <a:off x="0" y="109728"/>
            <a:ext cx="4681728" cy="30083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import {test as base} from '@playwright/test';</a:t>
            </a:r>
          </a:p>
          <a:p>
            <a:r>
              <a:rPr lang="en-US" dirty="0"/>
              <a:t>import {log} from '../pages/loginpage.js’;</a:t>
            </a:r>
          </a:p>
          <a:p>
            <a:endParaRPr lang="en-US" dirty="0"/>
          </a:p>
          <a:p>
            <a:r>
              <a:rPr lang="en-US" dirty="0"/>
              <a:t>export const test=</a:t>
            </a:r>
            <a:r>
              <a:rPr lang="en-US" dirty="0" err="1"/>
              <a:t>base.extend</a:t>
            </a:r>
            <a:r>
              <a:rPr lang="en-US" dirty="0"/>
              <a:t>({</a:t>
            </a:r>
          </a:p>
          <a:p>
            <a:r>
              <a:rPr lang="en-US" dirty="0" err="1"/>
              <a:t>loginfix</a:t>
            </a:r>
            <a:r>
              <a:rPr lang="en-US" dirty="0"/>
              <a:t>: async ({page}, use)=&gt;</a:t>
            </a:r>
          </a:p>
          <a:p>
            <a:r>
              <a:rPr lang="en-US" dirty="0"/>
              <a:t>    {</a:t>
            </a:r>
          </a:p>
          <a:p>
            <a:r>
              <a:rPr lang="en-US" dirty="0"/>
              <a:t>        const </a:t>
            </a:r>
            <a:r>
              <a:rPr lang="en-US" dirty="0" err="1"/>
              <a:t>lpf</a:t>
            </a:r>
            <a:r>
              <a:rPr lang="en-US" dirty="0"/>
              <a:t>=new log(page);</a:t>
            </a:r>
          </a:p>
          <a:p>
            <a:r>
              <a:rPr lang="en-US" dirty="0"/>
              <a:t>        await use(</a:t>
            </a:r>
            <a:r>
              <a:rPr lang="en-US" dirty="0" err="1"/>
              <a:t>lpf</a:t>
            </a:r>
            <a:r>
              <a:rPr lang="en-US" dirty="0"/>
              <a:t>);</a:t>
            </a:r>
          </a:p>
          <a:p>
            <a:r>
              <a:rPr lang="en-US" dirty="0"/>
              <a:t>    }</a:t>
            </a:r>
          </a:p>
          <a:p>
            <a:r>
              <a:rPr lang="en-US" dirty="0"/>
              <a:t>})</a:t>
            </a:r>
          </a:p>
          <a:p>
            <a:pPr algn="ctr"/>
            <a:endParaRPr lang="en-US" dirty="0"/>
          </a:p>
        </p:txBody>
      </p:sp>
      <p:sp>
        <p:nvSpPr>
          <p:cNvPr id="3" name="Oval 2">
            <a:extLst>
              <a:ext uri="{FF2B5EF4-FFF2-40B4-BE49-F238E27FC236}">
                <a16:creationId xmlns:a16="http://schemas.microsoft.com/office/drawing/2014/main" id="{89131A63-C37D-B603-BF04-0327A1AC6E42}"/>
              </a:ext>
            </a:extLst>
          </p:cNvPr>
          <p:cNvSpPr/>
          <p:nvPr/>
        </p:nvSpPr>
        <p:spPr>
          <a:xfrm>
            <a:off x="1905000" y="2157984"/>
            <a:ext cx="2322576" cy="6309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Custom fixture file</a:t>
            </a:r>
          </a:p>
        </p:txBody>
      </p:sp>
      <p:sp>
        <p:nvSpPr>
          <p:cNvPr id="4" name="Rectangle 3">
            <a:extLst>
              <a:ext uri="{FF2B5EF4-FFF2-40B4-BE49-F238E27FC236}">
                <a16:creationId xmlns:a16="http://schemas.microsoft.com/office/drawing/2014/main" id="{F01DFB20-D212-B798-3D52-922525A62B31}"/>
              </a:ext>
            </a:extLst>
          </p:cNvPr>
          <p:cNvSpPr/>
          <p:nvPr/>
        </p:nvSpPr>
        <p:spPr>
          <a:xfrm>
            <a:off x="5175504" y="0"/>
            <a:ext cx="6858000" cy="67391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200" dirty="0"/>
          </a:p>
          <a:p>
            <a:pPr algn="ctr"/>
            <a:r>
              <a:rPr lang="en-US" sz="1200" dirty="0"/>
              <a:t>import { expect } from '@playwright/test';</a:t>
            </a:r>
          </a:p>
          <a:p>
            <a:pPr algn="ctr"/>
            <a:r>
              <a:rPr lang="en-US" sz="1200" dirty="0"/>
              <a:t>import { </a:t>
            </a:r>
            <a:r>
              <a:rPr lang="en-US" sz="1200" dirty="0" err="1"/>
              <a:t>BasePage</a:t>
            </a:r>
            <a:r>
              <a:rPr lang="en-US" sz="1200" dirty="0"/>
              <a:t> } from '../</a:t>
            </a:r>
            <a:r>
              <a:rPr lang="en-US" sz="1200" dirty="0" err="1"/>
              <a:t>baseclass</a:t>
            </a:r>
            <a:r>
              <a:rPr lang="en-US" sz="1200" dirty="0"/>
              <a:t>/basemethods.js';</a:t>
            </a:r>
          </a:p>
          <a:p>
            <a:pPr algn="ctr"/>
            <a:endParaRPr lang="en-US" sz="1200" dirty="0"/>
          </a:p>
          <a:p>
            <a:pPr algn="ctr"/>
            <a:r>
              <a:rPr lang="en-US" sz="1200" dirty="0"/>
              <a:t>export class log extends </a:t>
            </a:r>
            <a:r>
              <a:rPr lang="en-US" sz="1200" dirty="0" err="1"/>
              <a:t>BasePage</a:t>
            </a:r>
            <a:r>
              <a:rPr lang="en-US" sz="1200" dirty="0"/>
              <a:t> {</a:t>
            </a:r>
          </a:p>
          <a:p>
            <a:pPr algn="ctr"/>
            <a:r>
              <a:rPr lang="en-US" sz="1200" dirty="0"/>
              <a:t>    constructor(page) {</a:t>
            </a:r>
          </a:p>
          <a:p>
            <a:pPr algn="ctr"/>
            <a:r>
              <a:rPr lang="en-US" sz="1200" dirty="0"/>
              <a:t>        super(page);</a:t>
            </a:r>
          </a:p>
          <a:p>
            <a:pPr algn="ctr"/>
            <a:r>
              <a:rPr lang="en-US" sz="1200" dirty="0"/>
              <a:t>        </a:t>
            </a:r>
            <a:r>
              <a:rPr lang="en-US" sz="1200" dirty="0" err="1"/>
              <a:t>this.username</a:t>
            </a:r>
            <a:r>
              <a:rPr lang="en-US" sz="1200" dirty="0"/>
              <a:t> = </a:t>
            </a:r>
            <a:r>
              <a:rPr lang="en-US" sz="1200" dirty="0" err="1"/>
              <a:t>page.getByPlaceholder</a:t>
            </a:r>
            <a:r>
              <a:rPr lang="en-US" sz="1200" dirty="0"/>
              <a:t>('Username');</a:t>
            </a:r>
          </a:p>
          <a:p>
            <a:pPr algn="ctr"/>
            <a:r>
              <a:rPr lang="en-US" sz="1200" dirty="0"/>
              <a:t>        </a:t>
            </a:r>
            <a:r>
              <a:rPr lang="en-US" sz="1200" dirty="0" err="1"/>
              <a:t>this.password</a:t>
            </a:r>
            <a:r>
              <a:rPr lang="en-US" sz="1200" dirty="0"/>
              <a:t> = </a:t>
            </a:r>
            <a:r>
              <a:rPr lang="en-US" sz="1200" dirty="0" err="1"/>
              <a:t>page.getByLabel</a:t>
            </a:r>
            <a:r>
              <a:rPr lang="en-US" sz="1200" dirty="0"/>
              <a:t>('Password');</a:t>
            </a:r>
          </a:p>
          <a:p>
            <a:pPr algn="ctr"/>
            <a:r>
              <a:rPr lang="en-US" sz="1200" dirty="0"/>
              <a:t>        </a:t>
            </a:r>
            <a:r>
              <a:rPr lang="en-US" sz="1200" dirty="0" err="1"/>
              <a:t>this.btn</a:t>
            </a:r>
            <a:r>
              <a:rPr lang="en-US" sz="1200" dirty="0"/>
              <a:t> = </a:t>
            </a:r>
            <a:r>
              <a:rPr lang="en-US" sz="1200" dirty="0" err="1"/>
              <a:t>page.locator</a:t>
            </a:r>
            <a:r>
              <a:rPr lang="en-US" sz="1200" dirty="0"/>
              <a:t>('[data-test="login-button"]');</a:t>
            </a:r>
          </a:p>
          <a:p>
            <a:pPr algn="ctr"/>
            <a:r>
              <a:rPr lang="en-US" sz="1200" dirty="0"/>
              <a:t>        </a:t>
            </a:r>
            <a:r>
              <a:rPr lang="en-US" sz="1200" dirty="0" err="1"/>
              <a:t>this.errormsg</a:t>
            </a:r>
            <a:r>
              <a:rPr lang="en-US" sz="1200" dirty="0"/>
              <a:t> = </a:t>
            </a:r>
            <a:r>
              <a:rPr lang="en-US" sz="1200" dirty="0" err="1"/>
              <a:t>page.getByText</a:t>
            </a:r>
            <a:r>
              <a:rPr lang="en-US" sz="1200" dirty="0"/>
              <a:t>(</a:t>
            </a:r>
          </a:p>
          <a:p>
            <a:pPr algn="ctr"/>
            <a:r>
              <a:rPr lang="en-US" sz="1200" dirty="0"/>
              <a:t>            'Epic </a:t>
            </a:r>
            <a:r>
              <a:rPr lang="en-US" sz="1200" dirty="0" err="1"/>
              <a:t>sadface</a:t>
            </a:r>
            <a:r>
              <a:rPr lang="en-US" sz="1200" dirty="0"/>
              <a:t>: Sorry, this user has been locked out.'</a:t>
            </a:r>
          </a:p>
          <a:p>
            <a:pPr algn="ctr"/>
            <a:r>
              <a:rPr lang="en-US" sz="1200" dirty="0"/>
              <a:t>        );</a:t>
            </a:r>
          </a:p>
          <a:p>
            <a:pPr algn="ctr"/>
            <a:r>
              <a:rPr lang="en-US" sz="1200" dirty="0"/>
              <a:t>    }</a:t>
            </a:r>
          </a:p>
          <a:p>
            <a:pPr algn="ctr"/>
            <a:r>
              <a:rPr lang="en-US" sz="1200" dirty="0"/>
              <a:t> async navigation() {</a:t>
            </a:r>
          </a:p>
          <a:p>
            <a:pPr algn="ctr"/>
            <a:r>
              <a:rPr lang="en-US" sz="1200" dirty="0"/>
              <a:t>        await </a:t>
            </a:r>
            <a:r>
              <a:rPr lang="en-US" sz="1200" dirty="0" err="1"/>
              <a:t>this.page.goto</a:t>
            </a:r>
            <a:r>
              <a:rPr lang="en-US" sz="1200" dirty="0"/>
              <a:t>('/');</a:t>
            </a:r>
          </a:p>
          <a:p>
            <a:pPr algn="ctr"/>
            <a:r>
              <a:rPr lang="en-US" sz="1200" dirty="0"/>
              <a:t>    }</a:t>
            </a:r>
          </a:p>
          <a:p>
            <a:pPr algn="ctr"/>
            <a:r>
              <a:rPr lang="en-US" sz="1200" dirty="0"/>
              <a:t>async </a:t>
            </a:r>
            <a:r>
              <a:rPr lang="en-US" sz="1200" dirty="0" err="1"/>
              <a:t>loginjson</a:t>
            </a:r>
            <a:r>
              <a:rPr lang="en-US" sz="1200" dirty="0"/>
              <a:t>(data) {</a:t>
            </a:r>
          </a:p>
          <a:p>
            <a:pPr algn="ctr"/>
            <a:r>
              <a:rPr lang="en-US" sz="1200" dirty="0"/>
              <a:t>        await expect(</a:t>
            </a:r>
            <a:r>
              <a:rPr lang="en-US" sz="1200" dirty="0" err="1"/>
              <a:t>this.username</a:t>
            </a:r>
            <a:r>
              <a:rPr lang="en-US" sz="1200" dirty="0"/>
              <a:t>).</a:t>
            </a:r>
            <a:r>
              <a:rPr lang="en-US" sz="1200" dirty="0" err="1"/>
              <a:t>toBeVisible</a:t>
            </a:r>
            <a:r>
              <a:rPr lang="en-US" sz="1200" dirty="0"/>
              <a:t>();</a:t>
            </a:r>
          </a:p>
          <a:p>
            <a:pPr algn="ctr"/>
            <a:r>
              <a:rPr lang="en-US" sz="1200" dirty="0"/>
              <a:t>        await </a:t>
            </a:r>
            <a:r>
              <a:rPr lang="en-US" sz="1200" dirty="0" err="1"/>
              <a:t>this.fillInput</a:t>
            </a:r>
            <a:r>
              <a:rPr lang="en-US" sz="1200" dirty="0"/>
              <a:t>(</a:t>
            </a:r>
            <a:r>
              <a:rPr lang="en-US" sz="1200" dirty="0" err="1"/>
              <a:t>this.username</a:t>
            </a:r>
            <a:r>
              <a:rPr lang="en-US" sz="1200" dirty="0"/>
              <a:t>, </a:t>
            </a:r>
            <a:r>
              <a:rPr lang="en-US" sz="1200" dirty="0" err="1"/>
              <a:t>data.username</a:t>
            </a:r>
            <a:r>
              <a:rPr lang="en-US" sz="1200" dirty="0"/>
              <a:t>);</a:t>
            </a:r>
          </a:p>
          <a:p>
            <a:pPr algn="ctr"/>
            <a:r>
              <a:rPr lang="en-US" sz="1200" dirty="0"/>
              <a:t>        await </a:t>
            </a:r>
            <a:r>
              <a:rPr lang="en-US" sz="1200" dirty="0" err="1"/>
              <a:t>this.fillInput</a:t>
            </a:r>
            <a:r>
              <a:rPr lang="en-US" sz="1200" dirty="0"/>
              <a:t>(</a:t>
            </a:r>
            <a:r>
              <a:rPr lang="en-US" sz="1200" dirty="0" err="1"/>
              <a:t>this.password</a:t>
            </a:r>
            <a:r>
              <a:rPr lang="en-US" sz="1200" dirty="0"/>
              <a:t>, </a:t>
            </a:r>
            <a:r>
              <a:rPr lang="en-US" sz="1200" dirty="0" err="1"/>
              <a:t>data.password</a:t>
            </a:r>
            <a:r>
              <a:rPr lang="en-US" sz="1200" dirty="0"/>
              <a:t>);</a:t>
            </a:r>
          </a:p>
          <a:p>
            <a:pPr algn="ctr"/>
            <a:r>
              <a:rPr lang="en-US" sz="1200" dirty="0"/>
              <a:t>        await expect(</a:t>
            </a:r>
            <a:r>
              <a:rPr lang="en-US" sz="1200" dirty="0" err="1"/>
              <a:t>this.btn</a:t>
            </a:r>
            <a:r>
              <a:rPr lang="en-US" sz="1200" dirty="0"/>
              <a:t>).</a:t>
            </a:r>
            <a:r>
              <a:rPr lang="en-US" sz="1200" dirty="0" err="1"/>
              <a:t>toBeVisible</a:t>
            </a:r>
            <a:r>
              <a:rPr lang="en-US" sz="1200" dirty="0"/>
              <a:t>();</a:t>
            </a:r>
          </a:p>
          <a:p>
            <a:pPr algn="ctr"/>
            <a:r>
              <a:rPr lang="en-US" sz="1200" dirty="0"/>
              <a:t>        await expect(</a:t>
            </a:r>
            <a:r>
              <a:rPr lang="en-US" sz="1200" dirty="0" err="1"/>
              <a:t>this.btn</a:t>
            </a:r>
            <a:r>
              <a:rPr lang="en-US" sz="1200" dirty="0"/>
              <a:t>).</a:t>
            </a:r>
            <a:r>
              <a:rPr lang="en-US" sz="1200" dirty="0" err="1"/>
              <a:t>toBeEnabled</a:t>
            </a:r>
            <a:r>
              <a:rPr lang="en-US" sz="1200" dirty="0"/>
              <a:t>();</a:t>
            </a:r>
          </a:p>
          <a:p>
            <a:pPr algn="ctr"/>
            <a:r>
              <a:rPr lang="en-US" sz="1200" dirty="0"/>
              <a:t>        await </a:t>
            </a:r>
            <a:r>
              <a:rPr lang="en-US" sz="1200" dirty="0" err="1"/>
              <a:t>this.clickElement</a:t>
            </a:r>
            <a:r>
              <a:rPr lang="en-US" sz="1200" dirty="0"/>
              <a:t>(</a:t>
            </a:r>
            <a:r>
              <a:rPr lang="en-US" sz="1200" dirty="0" err="1"/>
              <a:t>this.btn</a:t>
            </a:r>
            <a:r>
              <a:rPr lang="en-US" sz="1200" dirty="0"/>
              <a:t>);</a:t>
            </a:r>
          </a:p>
          <a:p>
            <a:pPr algn="ctr"/>
            <a:r>
              <a:rPr lang="en-US" sz="1200" dirty="0"/>
              <a:t>    }</a:t>
            </a:r>
          </a:p>
          <a:p>
            <a:pPr algn="ctr"/>
            <a:endParaRPr lang="en-US" sz="1200" dirty="0"/>
          </a:p>
          <a:p>
            <a:pPr algn="ctr"/>
            <a:r>
              <a:rPr lang="en-US" sz="1200" dirty="0"/>
              <a:t>    async </a:t>
            </a:r>
            <a:r>
              <a:rPr lang="en-US" sz="1200" dirty="0" err="1"/>
              <a:t>verify_url</a:t>
            </a:r>
            <a:r>
              <a:rPr lang="en-US" sz="1200" dirty="0"/>
              <a:t>() {</a:t>
            </a:r>
          </a:p>
          <a:p>
            <a:pPr algn="ctr"/>
            <a:r>
              <a:rPr lang="en-US" sz="1200" dirty="0"/>
              <a:t>        await expect(</a:t>
            </a:r>
            <a:r>
              <a:rPr lang="en-US" sz="1200" dirty="0" err="1"/>
              <a:t>this.page</a:t>
            </a:r>
            <a:r>
              <a:rPr lang="en-US" sz="1200" dirty="0"/>
              <a:t>).</a:t>
            </a:r>
            <a:r>
              <a:rPr lang="en-US" sz="1200" dirty="0" err="1"/>
              <a:t>toHaveURL</a:t>
            </a:r>
            <a:r>
              <a:rPr lang="en-US" sz="1200" dirty="0"/>
              <a:t>(</a:t>
            </a:r>
          </a:p>
          <a:p>
            <a:pPr algn="ctr"/>
            <a:r>
              <a:rPr lang="en-US" sz="1200" dirty="0"/>
              <a:t>            'https://www.saucedemo.com/inventory.html'</a:t>
            </a:r>
          </a:p>
          <a:p>
            <a:pPr algn="ctr"/>
            <a:r>
              <a:rPr lang="en-US" sz="1200" dirty="0"/>
              <a:t>        );</a:t>
            </a:r>
          </a:p>
          <a:p>
            <a:pPr algn="ctr"/>
            <a:r>
              <a:rPr lang="en-US" sz="1200" dirty="0"/>
              <a:t>    }</a:t>
            </a:r>
          </a:p>
          <a:p>
            <a:pPr algn="ctr"/>
            <a:endParaRPr lang="en-US" sz="1200" dirty="0"/>
          </a:p>
          <a:p>
            <a:pPr algn="ctr"/>
            <a:r>
              <a:rPr lang="en-US" sz="1200" dirty="0"/>
              <a:t>    async </a:t>
            </a:r>
            <a:r>
              <a:rPr lang="en-US" sz="1200" dirty="0" err="1"/>
              <a:t>errorMessage</a:t>
            </a:r>
            <a:r>
              <a:rPr lang="en-US" sz="1200" dirty="0"/>
              <a:t>(</a:t>
            </a:r>
            <a:r>
              <a:rPr lang="en-US" sz="1200" dirty="0" err="1"/>
              <a:t>errtxt</a:t>
            </a:r>
            <a:r>
              <a:rPr lang="en-US" sz="1200" dirty="0"/>
              <a:t>) {</a:t>
            </a:r>
          </a:p>
          <a:p>
            <a:pPr algn="ctr"/>
            <a:r>
              <a:rPr lang="en-US" sz="1200" dirty="0"/>
              <a:t>        await expect(</a:t>
            </a:r>
            <a:r>
              <a:rPr lang="en-US" sz="1200" dirty="0" err="1"/>
              <a:t>this.errormsg</a:t>
            </a:r>
            <a:r>
              <a:rPr lang="en-US" sz="1200" dirty="0"/>
              <a:t>).</a:t>
            </a:r>
            <a:r>
              <a:rPr lang="en-US" sz="1200" dirty="0" err="1"/>
              <a:t>toBeVisible</a:t>
            </a:r>
            <a:r>
              <a:rPr lang="en-US" sz="1200" dirty="0"/>
              <a:t>();</a:t>
            </a:r>
          </a:p>
          <a:p>
            <a:pPr algn="ctr"/>
            <a:r>
              <a:rPr lang="en-US" sz="1200" dirty="0"/>
              <a:t>        await expect(</a:t>
            </a:r>
            <a:r>
              <a:rPr lang="en-US" sz="1200" dirty="0" err="1"/>
              <a:t>this.errormsg</a:t>
            </a:r>
            <a:r>
              <a:rPr lang="en-US" sz="1200" dirty="0"/>
              <a:t>).</a:t>
            </a:r>
            <a:r>
              <a:rPr lang="en-US" sz="1200" dirty="0" err="1"/>
              <a:t>toContainText</a:t>
            </a:r>
            <a:r>
              <a:rPr lang="en-US" sz="1200" dirty="0"/>
              <a:t>(</a:t>
            </a:r>
            <a:r>
              <a:rPr lang="en-US" sz="1200" dirty="0" err="1"/>
              <a:t>errtxt</a:t>
            </a:r>
            <a:r>
              <a:rPr lang="en-US" sz="1200" dirty="0"/>
              <a:t>);</a:t>
            </a:r>
          </a:p>
          <a:p>
            <a:pPr algn="ctr"/>
            <a:r>
              <a:rPr lang="en-US" sz="1200" dirty="0"/>
              <a:t>    }</a:t>
            </a:r>
          </a:p>
          <a:p>
            <a:pPr algn="ctr"/>
            <a:r>
              <a:rPr lang="en-US" sz="1200" dirty="0"/>
              <a:t>}</a:t>
            </a:r>
          </a:p>
          <a:p>
            <a:pPr algn="ctr"/>
            <a:endParaRPr lang="en-US" sz="1200" dirty="0"/>
          </a:p>
        </p:txBody>
      </p:sp>
      <p:sp>
        <p:nvSpPr>
          <p:cNvPr id="5" name="Oval 4">
            <a:extLst>
              <a:ext uri="{FF2B5EF4-FFF2-40B4-BE49-F238E27FC236}">
                <a16:creationId xmlns:a16="http://schemas.microsoft.com/office/drawing/2014/main" id="{22CD400F-7FA6-EEC9-8EDA-7BE566DA8C49}"/>
              </a:ext>
            </a:extLst>
          </p:cNvPr>
          <p:cNvSpPr/>
          <p:nvPr/>
        </p:nvSpPr>
        <p:spPr>
          <a:xfrm>
            <a:off x="5513832" y="2788920"/>
            <a:ext cx="1353312" cy="83210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Login page class </a:t>
            </a:r>
          </a:p>
        </p:txBody>
      </p:sp>
      <p:sp>
        <p:nvSpPr>
          <p:cNvPr id="6" name="Rectangle 5">
            <a:extLst>
              <a:ext uri="{FF2B5EF4-FFF2-40B4-BE49-F238E27FC236}">
                <a16:creationId xmlns:a16="http://schemas.microsoft.com/office/drawing/2014/main" id="{BF41A9B1-C2CA-8C84-83F1-A58FB73A4B04}"/>
              </a:ext>
            </a:extLst>
          </p:cNvPr>
          <p:cNvSpPr/>
          <p:nvPr/>
        </p:nvSpPr>
        <p:spPr>
          <a:xfrm>
            <a:off x="0" y="3429000"/>
            <a:ext cx="5093208" cy="3429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import </a:t>
            </a:r>
            <a:r>
              <a:rPr lang="en-US" dirty="0" err="1"/>
              <a:t>loginData</a:t>
            </a:r>
            <a:r>
              <a:rPr lang="en-US" dirty="0"/>
              <a:t> from '../</a:t>
            </a:r>
            <a:r>
              <a:rPr lang="en-US" dirty="0" err="1"/>
              <a:t>testdata</a:t>
            </a:r>
            <a:r>
              <a:rPr lang="en-US" dirty="0"/>
              <a:t>/</a:t>
            </a:r>
            <a:r>
              <a:rPr lang="en-US" dirty="0" err="1"/>
              <a:t>Logindata.json</a:t>
            </a:r>
            <a:r>
              <a:rPr lang="en-US" dirty="0"/>
              <a:t>' with { type: '</a:t>
            </a:r>
            <a:r>
              <a:rPr lang="en-US" dirty="0" err="1"/>
              <a:t>json</a:t>
            </a:r>
            <a:r>
              <a:rPr lang="en-US" dirty="0"/>
              <a:t>' };</a:t>
            </a:r>
          </a:p>
          <a:p>
            <a:r>
              <a:rPr lang="en-US" dirty="0"/>
              <a:t>export function </a:t>
            </a:r>
            <a:r>
              <a:rPr lang="en-US" dirty="0" err="1"/>
              <a:t>getTestData</a:t>
            </a:r>
            <a:r>
              <a:rPr lang="en-US" dirty="0"/>
              <a:t>(</a:t>
            </a:r>
            <a:r>
              <a:rPr lang="en-US" dirty="0" err="1"/>
              <a:t>tcId</a:t>
            </a:r>
            <a:r>
              <a:rPr lang="en-US" dirty="0"/>
              <a:t>) {</a:t>
            </a:r>
          </a:p>
          <a:p>
            <a:r>
              <a:rPr lang="en-US" dirty="0"/>
              <a:t>  const data = </a:t>
            </a:r>
            <a:r>
              <a:rPr lang="en-US" dirty="0" err="1"/>
              <a:t>loginData.find</a:t>
            </a:r>
            <a:r>
              <a:rPr lang="en-US" dirty="0"/>
              <a:t>(item =&gt; </a:t>
            </a:r>
            <a:r>
              <a:rPr lang="en-US" dirty="0" err="1"/>
              <a:t>item.tcId</a:t>
            </a:r>
            <a:r>
              <a:rPr lang="en-US" dirty="0"/>
              <a:t> === </a:t>
            </a:r>
            <a:r>
              <a:rPr lang="en-US" dirty="0" err="1"/>
              <a:t>tcId</a:t>
            </a:r>
            <a:r>
              <a:rPr lang="en-US" dirty="0"/>
              <a:t>);</a:t>
            </a:r>
          </a:p>
          <a:p>
            <a:r>
              <a:rPr lang="en-US" dirty="0"/>
              <a:t>if (!data) {</a:t>
            </a:r>
          </a:p>
          <a:p>
            <a:r>
              <a:rPr lang="en-US" dirty="0"/>
              <a:t>    throw new Error(`Test data not found for ${</a:t>
            </a:r>
            <a:r>
              <a:rPr lang="en-US" dirty="0" err="1"/>
              <a:t>tcId</a:t>
            </a:r>
            <a:r>
              <a:rPr lang="en-US" dirty="0"/>
              <a:t>}`);</a:t>
            </a:r>
          </a:p>
          <a:p>
            <a:r>
              <a:rPr lang="en-US" dirty="0"/>
              <a:t>  }</a:t>
            </a:r>
          </a:p>
          <a:p>
            <a:r>
              <a:rPr lang="en-US" dirty="0"/>
              <a:t>return data;</a:t>
            </a:r>
          </a:p>
          <a:p>
            <a:r>
              <a:rPr lang="en-US" dirty="0"/>
              <a:t>}</a:t>
            </a:r>
          </a:p>
          <a:p>
            <a:pPr algn="ctr"/>
            <a:endParaRPr lang="en-US" dirty="0"/>
          </a:p>
        </p:txBody>
      </p:sp>
      <p:sp>
        <p:nvSpPr>
          <p:cNvPr id="7" name="Oval 6">
            <a:extLst>
              <a:ext uri="{FF2B5EF4-FFF2-40B4-BE49-F238E27FC236}">
                <a16:creationId xmlns:a16="http://schemas.microsoft.com/office/drawing/2014/main" id="{DF6804E3-F37E-58F6-D5EA-B5AD54E3387A}"/>
              </a:ext>
            </a:extLst>
          </p:cNvPr>
          <p:cNvSpPr/>
          <p:nvPr/>
        </p:nvSpPr>
        <p:spPr>
          <a:xfrm>
            <a:off x="2258568" y="5870448"/>
            <a:ext cx="2423160" cy="74980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Json read </a:t>
            </a:r>
            <a:r>
              <a:rPr lang="en-US" dirty="0" err="1"/>
              <a:t>pannura</a:t>
            </a:r>
            <a:r>
              <a:rPr lang="en-US" dirty="0"/>
              <a:t> code</a:t>
            </a:r>
          </a:p>
        </p:txBody>
      </p:sp>
    </p:spTree>
    <p:extLst>
      <p:ext uri="{BB962C8B-B14F-4D97-AF65-F5344CB8AC3E}">
        <p14:creationId xmlns:p14="http://schemas.microsoft.com/office/powerpoint/2010/main" val="1431031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625959-2E14-E70A-EBFC-C828DDB1EFAC}"/>
              </a:ext>
            </a:extLst>
          </p:cNvPr>
          <p:cNvSpPr/>
          <p:nvPr/>
        </p:nvSpPr>
        <p:spPr>
          <a:xfrm>
            <a:off x="137160" y="0"/>
            <a:ext cx="6839712" cy="685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br>
              <a:rPr lang="en-US" sz="1400" dirty="0"/>
            </a:br>
            <a:endParaRPr lang="en-US" sz="1400" dirty="0"/>
          </a:p>
          <a:p>
            <a:r>
              <a:rPr lang="en-US" sz="1400" dirty="0"/>
              <a:t>[</a:t>
            </a:r>
          </a:p>
          <a:p>
            <a:r>
              <a:rPr lang="en-US" sz="1400" dirty="0"/>
              <a:t>  {</a:t>
            </a:r>
          </a:p>
          <a:p>
            <a:r>
              <a:rPr lang="en-US" sz="1400" dirty="0"/>
              <a:t>    "</a:t>
            </a:r>
            <a:r>
              <a:rPr lang="en-US" sz="1400" dirty="0" err="1"/>
              <a:t>tcId</a:t>
            </a:r>
            <a:r>
              <a:rPr lang="en-US" sz="1400" dirty="0"/>
              <a:t>": "TC001",</a:t>
            </a:r>
          </a:p>
          <a:p>
            <a:r>
              <a:rPr lang="en-US" sz="1400" dirty="0"/>
              <a:t>    "scenario": "Valid user login",</a:t>
            </a:r>
          </a:p>
          <a:p>
            <a:r>
              <a:rPr lang="en-US" sz="1400" dirty="0"/>
              <a:t>    "username": "</a:t>
            </a:r>
            <a:r>
              <a:rPr lang="en-US" sz="1400" dirty="0" err="1"/>
              <a:t>standard_user</a:t>
            </a:r>
            <a:r>
              <a:rPr lang="en-US" sz="1400" dirty="0"/>
              <a:t>",</a:t>
            </a:r>
          </a:p>
          <a:p>
            <a:r>
              <a:rPr lang="en-US" sz="1400" dirty="0"/>
              <a:t>    "password": "</a:t>
            </a:r>
            <a:r>
              <a:rPr lang="en-US" sz="1400" dirty="0" err="1"/>
              <a:t>secret_sauce</a:t>
            </a:r>
            <a:r>
              <a:rPr lang="en-US" sz="1400" dirty="0"/>
              <a:t>",</a:t>
            </a:r>
          </a:p>
          <a:p>
            <a:r>
              <a:rPr lang="en-US" sz="1400" dirty="0"/>
              <a:t>    "</a:t>
            </a:r>
            <a:r>
              <a:rPr lang="en-US" sz="1400" dirty="0" err="1"/>
              <a:t>expectedResult</a:t>
            </a:r>
            <a:r>
              <a:rPr lang="en-US" sz="1400" dirty="0"/>
              <a:t>": "success"</a:t>
            </a:r>
          </a:p>
          <a:p>
            <a:r>
              <a:rPr lang="en-US" sz="1400" dirty="0"/>
              <a:t>  },</a:t>
            </a:r>
          </a:p>
          <a:p>
            <a:r>
              <a:rPr lang="en-US" sz="1400" dirty="0"/>
              <a:t>  {</a:t>
            </a:r>
          </a:p>
          <a:p>
            <a:r>
              <a:rPr lang="en-US" sz="1400" dirty="0"/>
              <a:t>    "</a:t>
            </a:r>
            <a:r>
              <a:rPr lang="en-US" sz="1400" dirty="0" err="1"/>
              <a:t>tcId</a:t>
            </a:r>
            <a:r>
              <a:rPr lang="en-US" sz="1400" dirty="0"/>
              <a:t>": "TC002",</a:t>
            </a:r>
          </a:p>
          <a:p>
            <a:r>
              <a:rPr lang="en-US" sz="1400" dirty="0"/>
              <a:t>    "scenario": "Locked out user login",</a:t>
            </a:r>
          </a:p>
          <a:p>
            <a:r>
              <a:rPr lang="en-US" sz="1400" dirty="0"/>
              <a:t>    "username": "</a:t>
            </a:r>
            <a:r>
              <a:rPr lang="en-US" sz="1400" dirty="0" err="1"/>
              <a:t>locked_out_user</a:t>
            </a:r>
            <a:r>
              <a:rPr lang="en-US" sz="1400" dirty="0"/>
              <a:t>",</a:t>
            </a:r>
          </a:p>
          <a:p>
            <a:r>
              <a:rPr lang="en-US" sz="1400" dirty="0"/>
              <a:t>    "password": "</a:t>
            </a:r>
            <a:r>
              <a:rPr lang="en-US" sz="1400" dirty="0" err="1"/>
              <a:t>secret_sauce</a:t>
            </a:r>
            <a:r>
              <a:rPr lang="en-US" sz="1400" dirty="0"/>
              <a:t>",</a:t>
            </a:r>
          </a:p>
          <a:p>
            <a:r>
              <a:rPr lang="en-US" sz="1400" dirty="0"/>
              <a:t>    "</a:t>
            </a:r>
            <a:r>
              <a:rPr lang="en-US" sz="1400" dirty="0" err="1"/>
              <a:t>expectedResult</a:t>
            </a:r>
            <a:r>
              <a:rPr lang="en-US" sz="1400" dirty="0"/>
              <a:t>": "Epic </a:t>
            </a:r>
            <a:r>
              <a:rPr lang="en-US" sz="1400" dirty="0" err="1"/>
              <a:t>sadface</a:t>
            </a:r>
            <a:r>
              <a:rPr lang="en-US" sz="1400" dirty="0"/>
              <a:t>"</a:t>
            </a:r>
          </a:p>
          <a:p>
            <a:r>
              <a:rPr lang="en-US" sz="1400" dirty="0"/>
              <a:t>  },</a:t>
            </a:r>
          </a:p>
          <a:p>
            <a:r>
              <a:rPr lang="en-US" sz="1400" dirty="0"/>
              <a:t>  {</a:t>
            </a:r>
          </a:p>
          <a:p>
            <a:r>
              <a:rPr lang="en-US" sz="1400" dirty="0"/>
              <a:t>    "</a:t>
            </a:r>
            <a:r>
              <a:rPr lang="en-US" sz="1400" dirty="0" err="1"/>
              <a:t>tcId</a:t>
            </a:r>
            <a:r>
              <a:rPr lang="en-US" sz="1400" dirty="0"/>
              <a:t>": "TC003",</a:t>
            </a:r>
          </a:p>
          <a:p>
            <a:r>
              <a:rPr lang="en-US" sz="1400" dirty="0"/>
              <a:t>    "scenario": "Problem user login",</a:t>
            </a:r>
          </a:p>
          <a:p>
            <a:r>
              <a:rPr lang="en-US" sz="1400" dirty="0"/>
              <a:t>    "username": "</a:t>
            </a:r>
            <a:r>
              <a:rPr lang="en-US" sz="1400" dirty="0" err="1"/>
              <a:t>problem_user</a:t>
            </a:r>
            <a:r>
              <a:rPr lang="en-US" sz="1400" dirty="0"/>
              <a:t>",</a:t>
            </a:r>
          </a:p>
          <a:p>
            <a:r>
              <a:rPr lang="en-US" sz="1400" dirty="0"/>
              <a:t>    "password": "</a:t>
            </a:r>
            <a:r>
              <a:rPr lang="en-US" sz="1400" dirty="0" err="1"/>
              <a:t>secret_sauce</a:t>
            </a:r>
            <a:r>
              <a:rPr lang="en-US" sz="1400" dirty="0"/>
              <a:t>",</a:t>
            </a:r>
          </a:p>
          <a:p>
            <a:r>
              <a:rPr lang="en-US" sz="1400" dirty="0"/>
              <a:t>    "</a:t>
            </a:r>
            <a:r>
              <a:rPr lang="en-US" sz="1400" dirty="0" err="1"/>
              <a:t>expectedResult</a:t>
            </a:r>
            <a:r>
              <a:rPr lang="en-US" sz="1400" dirty="0"/>
              <a:t>": "success"</a:t>
            </a:r>
          </a:p>
          <a:p>
            <a:r>
              <a:rPr lang="en-US" sz="1400" dirty="0"/>
              <a:t>  },</a:t>
            </a:r>
          </a:p>
          <a:p>
            <a:r>
              <a:rPr lang="en-US" sz="1400" dirty="0"/>
              <a:t>  {</a:t>
            </a:r>
          </a:p>
          <a:p>
            <a:r>
              <a:rPr lang="en-US" sz="1400" dirty="0"/>
              <a:t>    "</a:t>
            </a:r>
            <a:r>
              <a:rPr lang="en-US" sz="1400" dirty="0" err="1"/>
              <a:t>tcId</a:t>
            </a:r>
            <a:r>
              <a:rPr lang="en-US" sz="1400" dirty="0"/>
              <a:t>": "TC004",</a:t>
            </a:r>
          </a:p>
          <a:p>
            <a:r>
              <a:rPr lang="en-US" sz="1400" dirty="0"/>
              <a:t>    "scenario": "Invalid password",</a:t>
            </a:r>
          </a:p>
          <a:p>
            <a:r>
              <a:rPr lang="en-US" sz="1400" dirty="0"/>
              <a:t>    "username": "</a:t>
            </a:r>
            <a:r>
              <a:rPr lang="en-US" sz="1400" dirty="0" err="1"/>
              <a:t>standard_user</a:t>
            </a:r>
            <a:r>
              <a:rPr lang="en-US" sz="1400" dirty="0"/>
              <a:t>",</a:t>
            </a:r>
          </a:p>
          <a:p>
            <a:r>
              <a:rPr lang="en-US" sz="1400" dirty="0"/>
              <a:t>    "password": "</a:t>
            </a:r>
            <a:r>
              <a:rPr lang="en-US" sz="1400" dirty="0" err="1"/>
              <a:t>wrong_password</a:t>
            </a:r>
            <a:r>
              <a:rPr lang="en-US" sz="1400" dirty="0"/>
              <a:t>",</a:t>
            </a:r>
          </a:p>
          <a:p>
            <a:r>
              <a:rPr lang="en-US" sz="1400" dirty="0"/>
              <a:t>    "</a:t>
            </a:r>
            <a:r>
              <a:rPr lang="en-US" sz="1400" dirty="0" err="1"/>
              <a:t>expectedResult</a:t>
            </a:r>
            <a:r>
              <a:rPr lang="en-US" sz="1400" dirty="0"/>
              <a:t>": "failure"</a:t>
            </a:r>
          </a:p>
          <a:p>
            <a:r>
              <a:rPr lang="en-US" sz="1400" dirty="0"/>
              <a:t>  }</a:t>
            </a:r>
          </a:p>
          <a:p>
            <a:r>
              <a:rPr lang="en-US" sz="1400" dirty="0"/>
              <a:t>]</a:t>
            </a:r>
          </a:p>
          <a:p>
            <a:br>
              <a:rPr lang="en-US" sz="1400" dirty="0"/>
            </a:br>
            <a:endParaRPr lang="en-US" sz="1400" dirty="0"/>
          </a:p>
          <a:p>
            <a:pPr algn="ctr"/>
            <a:endParaRPr lang="en-US" sz="1400" dirty="0"/>
          </a:p>
        </p:txBody>
      </p:sp>
      <p:sp>
        <p:nvSpPr>
          <p:cNvPr id="3" name="Oval 2">
            <a:extLst>
              <a:ext uri="{FF2B5EF4-FFF2-40B4-BE49-F238E27FC236}">
                <a16:creationId xmlns:a16="http://schemas.microsoft.com/office/drawing/2014/main" id="{C75FE0E1-07C7-04EA-67AC-8B7E42A7AE23}"/>
              </a:ext>
            </a:extLst>
          </p:cNvPr>
          <p:cNvSpPr/>
          <p:nvPr/>
        </p:nvSpPr>
        <p:spPr>
          <a:xfrm>
            <a:off x="3749040" y="822960"/>
            <a:ext cx="2346960" cy="130759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Json test data</a:t>
            </a:r>
          </a:p>
        </p:txBody>
      </p:sp>
      <p:sp>
        <p:nvSpPr>
          <p:cNvPr id="4" name="Rectangle 3">
            <a:extLst>
              <a:ext uri="{FF2B5EF4-FFF2-40B4-BE49-F238E27FC236}">
                <a16:creationId xmlns:a16="http://schemas.microsoft.com/office/drawing/2014/main" id="{E9286E45-925E-0266-4B71-99C327EF8A4B}"/>
              </a:ext>
            </a:extLst>
          </p:cNvPr>
          <p:cNvSpPr/>
          <p:nvPr/>
        </p:nvSpPr>
        <p:spPr>
          <a:xfrm>
            <a:off x="7068312" y="118872"/>
            <a:ext cx="5123688" cy="67391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b="1" dirty="0"/>
              <a:t>Playwright Framework – Step-by-Step Flow</a:t>
            </a:r>
          </a:p>
          <a:p>
            <a:pPr marL="342900" lvl="0" indent="-342900">
              <a:buFont typeface="Arial" panose="020B0604020202020204" pitchFamily="34" charset="0"/>
              <a:buChar char="•"/>
            </a:pPr>
            <a:r>
              <a:rPr lang="en-US" sz="1600" dirty="0"/>
              <a:t>Create test data in </a:t>
            </a:r>
            <a:r>
              <a:rPr lang="en-US" sz="1600" dirty="0" err="1"/>
              <a:t>testdata</a:t>
            </a:r>
            <a:r>
              <a:rPr lang="en-US" sz="1600" dirty="0"/>
              <a:t>/</a:t>
            </a:r>
            <a:r>
              <a:rPr lang="en-US" sz="1600" dirty="0" err="1"/>
              <a:t>Logindata.json</a:t>
            </a:r>
            <a:r>
              <a:rPr lang="en-US" sz="1600" dirty="0"/>
              <a:t>.</a:t>
            </a:r>
          </a:p>
          <a:p>
            <a:pPr marL="342900" lvl="0" indent="-342900">
              <a:buFont typeface="Arial" panose="020B0604020202020204" pitchFamily="34" charset="0"/>
              <a:buChar char="•"/>
            </a:pPr>
            <a:r>
              <a:rPr lang="en-US" sz="1600" dirty="0"/>
              <a:t>Create a JSON reader utility in utility/testdata.js.</a:t>
            </a:r>
          </a:p>
          <a:p>
            <a:pPr marL="342900" lvl="0" indent="-342900">
              <a:buFont typeface="Arial" panose="020B0604020202020204" pitchFamily="34" charset="0"/>
              <a:buChar char="•"/>
            </a:pPr>
            <a:r>
              <a:rPr lang="en-US" sz="1600" dirty="0"/>
              <a:t>Create a </a:t>
            </a:r>
            <a:r>
              <a:rPr lang="en-US" sz="1600" dirty="0" err="1"/>
              <a:t>BasePage</a:t>
            </a:r>
            <a:r>
              <a:rPr lang="en-US" sz="1600" dirty="0"/>
              <a:t> class with reusable browser methods in </a:t>
            </a:r>
            <a:r>
              <a:rPr lang="en-US" sz="1600" dirty="0" err="1"/>
              <a:t>baseclass</a:t>
            </a:r>
            <a:r>
              <a:rPr lang="en-US" sz="1600" dirty="0"/>
              <a:t>/basemethods.js.</a:t>
            </a:r>
          </a:p>
          <a:p>
            <a:pPr marL="342900" lvl="0" indent="-342900">
              <a:buFont typeface="Arial" panose="020B0604020202020204" pitchFamily="34" charset="0"/>
              <a:buChar char="•"/>
            </a:pPr>
            <a:r>
              <a:rPr lang="en-US" sz="1600" dirty="0"/>
              <a:t>Create the Login Page Object class with constructor, locators, navigation, login, and validation methods in pages/loginpage.js.</a:t>
            </a:r>
          </a:p>
          <a:p>
            <a:pPr marL="342900" lvl="0" indent="-342900">
              <a:buFont typeface="Arial" panose="020B0604020202020204" pitchFamily="34" charset="0"/>
              <a:buChar char="•"/>
            </a:pPr>
            <a:r>
              <a:rPr lang="en-US" sz="1600" dirty="0"/>
              <a:t>Create a custom fixture in </a:t>
            </a:r>
            <a:r>
              <a:rPr lang="en-US" sz="1600" dirty="0" err="1"/>
              <a:t>customfixture</a:t>
            </a:r>
            <a:r>
              <a:rPr lang="en-US" sz="1600" dirty="0"/>
              <a:t>/loginfixture.js to initialize and provide the Login Page Object.</a:t>
            </a:r>
          </a:p>
          <a:p>
            <a:pPr marL="342900" lvl="0" indent="-342900">
              <a:buFont typeface="Arial" panose="020B0604020202020204" pitchFamily="34" charset="0"/>
              <a:buChar char="•"/>
            </a:pPr>
            <a:r>
              <a:rPr lang="en-US" sz="1600" dirty="0"/>
              <a:t>In the test file, import the custom fixture and JSON reader utility.</a:t>
            </a:r>
          </a:p>
          <a:p>
            <a:pPr marL="342900" lvl="0" indent="-342900">
              <a:buFont typeface="Arial" panose="020B0604020202020204" pitchFamily="34" charset="0"/>
              <a:buChar char="•"/>
            </a:pPr>
            <a:r>
              <a:rPr lang="en-US" sz="1600" dirty="0"/>
              <a:t>Pass the testcase ID to the JSON reader method and store the returned test data in a variable.</a:t>
            </a:r>
          </a:p>
          <a:p>
            <a:pPr marL="342900" lvl="0" indent="-342900">
              <a:buFont typeface="Arial" panose="020B0604020202020204" pitchFamily="34" charset="0"/>
              <a:buChar char="•"/>
            </a:pPr>
            <a:r>
              <a:rPr lang="en-US" sz="1600" dirty="0"/>
              <a:t>Use the fixture to access the Login Page Object.</a:t>
            </a:r>
          </a:p>
          <a:p>
            <a:pPr marL="342900" lvl="0" indent="-342900">
              <a:buFont typeface="Arial" panose="020B0604020202020204" pitchFamily="34" charset="0"/>
              <a:buChar char="•"/>
            </a:pPr>
            <a:r>
              <a:rPr lang="en-US" sz="1600" dirty="0"/>
              <a:t>Call the navigation method to open the application.</a:t>
            </a:r>
          </a:p>
          <a:p>
            <a:pPr marL="342900" lvl="0" indent="-342900">
              <a:buFont typeface="Arial" panose="020B0604020202020204" pitchFamily="34" charset="0"/>
              <a:buChar char="•"/>
            </a:pPr>
            <a:r>
              <a:rPr lang="en-US" sz="1600" dirty="0"/>
              <a:t>Pass the test data to the login method to perform the login.</a:t>
            </a:r>
          </a:p>
          <a:p>
            <a:pPr marL="342900" lvl="0" indent="-342900">
              <a:buFont typeface="Arial" panose="020B0604020202020204" pitchFamily="34" charset="0"/>
              <a:buChar char="•"/>
            </a:pPr>
            <a:r>
              <a:rPr lang="en-US" sz="1600" dirty="0"/>
              <a:t>Validate the actual result against the expected result.</a:t>
            </a:r>
          </a:p>
          <a:p>
            <a:pPr marL="342900" lvl="0" indent="-342900">
              <a:buFont typeface="Arial" panose="020B0604020202020204" pitchFamily="34" charset="0"/>
              <a:buChar char="•"/>
            </a:pPr>
            <a:r>
              <a:rPr lang="en-US" sz="1600" dirty="0"/>
              <a:t>Execute the test and review the results in the report.</a:t>
            </a:r>
          </a:p>
          <a:p>
            <a:pPr marL="342900" indent="-342900" algn="ctr">
              <a:buFont typeface="Arial" panose="020B0604020202020204" pitchFamily="34" charset="0"/>
              <a:buChar char="•"/>
            </a:pPr>
            <a:endParaRPr lang="en-US" sz="1600" dirty="0"/>
          </a:p>
        </p:txBody>
      </p:sp>
    </p:spTree>
    <p:extLst>
      <p:ext uri="{BB962C8B-B14F-4D97-AF65-F5344CB8AC3E}">
        <p14:creationId xmlns:p14="http://schemas.microsoft.com/office/powerpoint/2010/main" val="395269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4B7B7B-B56F-38B8-551E-8DB8AC625E0F}"/>
              </a:ext>
            </a:extLst>
          </p:cNvPr>
          <p:cNvSpPr/>
          <p:nvPr/>
        </p:nvSpPr>
        <p:spPr>
          <a:xfrm>
            <a:off x="1472184" y="210312"/>
            <a:ext cx="6702552" cy="41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Hooks</a:t>
            </a:r>
          </a:p>
        </p:txBody>
      </p:sp>
      <p:sp>
        <p:nvSpPr>
          <p:cNvPr id="3" name="Rectangle 2">
            <a:extLst>
              <a:ext uri="{FF2B5EF4-FFF2-40B4-BE49-F238E27FC236}">
                <a16:creationId xmlns:a16="http://schemas.microsoft.com/office/drawing/2014/main" id="{11299B42-758E-9380-3CD7-8AC18054F0C3}"/>
              </a:ext>
            </a:extLst>
          </p:cNvPr>
          <p:cNvSpPr/>
          <p:nvPr/>
        </p:nvSpPr>
        <p:spPr>
          <a:xfrm>
            <a:off x="1408176" y="987552"/>
            <a:ext cx="7031736" cy="33558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 name="Oval 3">
            <a:extLst>
              <a:ext uri="{FF2B5EF4-FFF2-40B4-BE49-F238E27FC236}">
                <a16:creationId xmlns:a16="http://schemas.microsoft.com/office/drawing/2014/main" id="{0109A168-2C00-A8CF-7D8B-C4F1A3D04A20}"/>
              </a:ext>
            </a:extLst>
          </p:cNvPr>
          <p:cNvSpPr/>
          <p:nvPr/>
        </p:nvSpPr>
        <p:spPr>
          <a:xfrm>
            <a:off x="8439912" y="502920"/>
            <a:ext cx="3752088" cy="279806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Hooks-</a:t>
            </a:r>
            <a:r>
              <a:rPr lang="en-US" dirty="0" err="1"/>
              <a:t>na</a:t>
            </a:r>
            <a:r>
              <a:rPr lang="en-US" dirty="0"/>
              <a:t> test execution-</a:t>
            </a:r>
            <a:r>
              <a:rPr lang="en-US" dirty="0" err="1"/>
              <a:t>ku</a:t>
            </a:r>
            <a:r>
              <a:rPr lang="en-US" dirty="0"/>
              <a:t> </a:t>
            </a:r>
            <a:r>
              <a:rPr lang="en-US" dirty="0" err="1"/>
              <a:t>munnaadi</a:t>
            </a:r>
            <a:r>
              <a:rPr lang="en-US" dirty="0"/>
              <a:t>, test execution-</a:t>
            </a:r>
            <a:r>
              <a:rPr lang="en-US" dirty="0" err="1"/>
              <a:t>kku</a:t>
            </a:r>
            <a:r>
              <a:rPr lang="en-US" dirty="0"/>
              <a:t> </a:t>
            </a:r>
            <a:r>
              <a:rPr lang="en-US" dirty="0" err="1"/>
              <a:t>appuram</a:t>
            </a:r>
            <a:r>
              <a:rPr lang="en-US" dirty="0"/>
              <a:t>, </a:t>
            </a:r>
            <a:r>
              <a:rPr lang="en-US" dirty="0" err="1"/>
              <a:t>alladhu</a:t>
            </a:r>
            <a:r>
              <a:rPr lang="en-US" dirty="0"/>
              <a:t> test steps-</a:t>
            </a:r>
            <a:r>
              <a:rPr lang="en-US" dirty="0" err="1"/>
              <a:t>kku</a:t>
            </a:r>
            <a:r>
              <a:rPr lang="en-US" dirty="0"/>
              <a:t> </a:t>
            </a:r>
            <a:r>
              <a:rPr lang="en-US" dirty="0" err="1"/>
              <a:t>munnaadi</a:t>
            </a:r>
            <a:r>
              <a:rPr lang="en-US" dirty="0"/>
              <a:t>/</a:t>
            </a:r>
            <a:r>
              <a:rPr lang="en-US" dirty="0" err="1"/>
              <a:t>pinnaadi</a:t>
            </a:r>
            <a:r>
              <a:rPr lang="en-US" dirty="0"/>
              <a:t> automatically execute </a:t>
            </a:r>
            <a:r>
              <a:rPr lang="en-US" dirty="0" err="1"/>
              <a:t>aagura</a:t>
            </a:r>
            <a:r>
              <a:rPr lang="en-US" dirty="0"/>
              <a:t> functions.</a:t>
            </a:r>
          </a:p>
        </p:txBody>
      </p:sp>
      <p:graphicFrame>
        <p:nvGraphicFramePr>
          <p:cNvPr id="5" name="Table 4">
            <a:extLst>
              <a:ext uri="{FF2B5EF4-FFF2-40B4-BE49-F238E27FC236}">
                <a16:creationId xmlns:a16="http://schemas.microsoft.com/office/drawing/2014/main" id="{41B72EBA-2C89-9C17-F74F-22EC80A9D25A}"/>
              </a:ext>
            </a:extLst>
          </p:cNvPr>
          <p:cNvGraphicFramePr>
            <a:graphicFrameLocks noGrp="1"/>
          </p:cNvGraphicFramePr>
          <p:nvPr>
            <p:extLst>
              <p:ext uri="{D42A27DB-BD31-4B8C-83A1-F6EECF244321}">
                <p14:modId xmlns:p14="http://schemas.microsoft.com/office/powerpoint/2010/main" val="759812586"/>
              </p:ext>
            </p:extLst>
          </p:nvPr>
        </p:nvGraphicFramePr>
        <p:xfrm>
          <a:off x="1545336" y="1202436"/>
          <a:ext cx="6757416" cy="2926080"/>
        </p:xfrm>
        <a:graphic>
          <a:graphicData uri="http://schemas.openxmlformats.org/drawingml/2006/table">
            <a:tbl>
              <a:tblPr>
                <a:tableStyleId>{5C22544A-7EE6-4342-B048-85BDC9FD1C3A}</a:tableStyleId>
              </a:tblPr>
              <a:tblGrid>
                <a:gridCol w="983253">
                  <a:extLst>
                    <a:ext uri="{9D8B030D-6E8A-4147-A177-3AD203B41FA5}">
                      <a16:colId xmlns:a16="http://schemas.microsoft.com/office/drawing/2014/main" val="3308161413"/>
                    </a:ext>
                  </a:extLst>
                </a:gridCol>
                <a:gridCol w="5774163">
                  <a:extLst>
                    <a:ext uri="{9D8B030D-6E8A-4147-A177-3AD203B41FA5}">
                      <a16:colId xmlns:a16="http://schemas.microsoft.com/office/drawing/2014/main" val="122456152"/>
                    </a:ext>
                  </a:extLst>
                </a:gridCol>
              </a:tblGrid>
              <a:tr h="326012">
                <a:tc>
                  <a:txBody>
                    <a:bodyPr/>
                    <a:lstStyle/>
                    <a:p>
                      <a:pPr>
                        <a:buNone/>
                      </a:pPr>
                      <a:r>
                        <a:rPr lang="en-US" dirty="0"/>
                        <a:t>Hook</a:t>
                      </a:r>
                    </a:p>
                  </a:txBody>
                  <a:tcPr anchor="ctr"/>
                </a:tc>
                <a:tc>
                  <a:txBody>
                    <a:bodyPr/>
                    <a:lstStyle/>
                    <a:p>
                      <a:pPr>
                        <a:buNone/>
                      </a:pPr>
                      <a:r>
                        <a:rPr lang="en-US" dirty="0"/>
                        <a:t>Purpose</a:t>
                      </a:r>
                    </a:p>
                  </a:txBody>
                  <a:tcPr anchor="ctr"/>
                </a:tc>
                <a:extLst>
                  <a:ext uri="{0D108BD9-81ED-4DB2-BD59-A6C34878D82A}">
                    <a16:rowId xmlns:a16="http://schemas.microsoft.com/office/drawing/2014/main" val="1734425588"/>
                  </a:ext>
                </a:extLst>
              </a:tr>
              <a:tr h="570521">
                <a:tc>
                  <a:txBody>
                    <a:bodyPr/>
                    <a:lstStyle/>
                    <a:p>
                      <a:pPr>
                        <a:buNone/>
                      </a:pPr>
                      <a:r>
                        <a:rPr lang="en-US"/>
                        <a:t>beforeAll()</a:t>
                      </a:r>
                    </a:p>
                  </a:txBody>
                  <a:tcPr anchor="ctr"/>
                </a:tc>
                <a:tc>
                  <a:txBody>
                    <a:bodyPr/>
                    <a:lstStyle/>
                    <a:p>
                      <a:pPr>
                        <a:buNone/>
                      </a:pPr>
                      <a:r>
                        <a:rPr lang="en-US" dirty="0" err="1"/>
                        <a:t>Andha</a:t>
                      </a:r>
                      <a:r>
                        <a:rPr lang="en-US" dirty="0"/>
                        <a:t> test file-la tests start </a:t>
                      </a:r>
                      <a:r>
                        <a:rPr lang="en-US" dirty="0" err="1"/>
                        <a:t>aaguradhukku</a:t>
                      </a:r>
                      <a:r>
                        <a:rPr lang="en-US" dirty="0"/>
                        <a:t> </a:t>
                      </a:r>
                      <a:r>
                        <a:rPr lang="en-US" dirty="0" err="1"/>
                        <a:t>munnaadi</a:t>
                      </a:r>
                      <a:r>
                        <a:rPr lang="en-US" dirty="0"/>
                        <a:t> once execute </a:t>
                      </a:r>
                      <a:r>
                        <a:rPr lang="en-US" dirty="0" err="1"/>
                        <a:t>aagum</a:t>
                      </a:r>
                      <a:endParaRPr lang="en-US" dirty="0"/>
                    </a:p>
                  </a:txBody>
                  <a:tcPr anchor="ctr"/>
                </a:tc>
                <a:extLst>
                  <a:ext uri="{0D108BD9-81ED-4DB2-BD59-A6C34878D82A}">
                    <a16:rowId xmlns:a16="http://schemas.microsoft.com/office/drawing/2014/main" val="910028410"/>
                  </a:ext>
                </a:extLst>
              </a:tr>
              <a:tr h="570521">
                <a:tc>
                  <a:txBody>
                    <a:bodyPr/>
                    <a:lstStyle/>
                    <a:p>
                      <a:pPr>
                        <a:buNone/>
                      </a:pPr>
                      <a:r>
                        <a:rPr lang="en-US" dirty="0" err="1"/>
                        <a:t>beforeEach</a:t>
                      </a:r>
                      <a:r>
                        <a:rPr lang="en-US" dirty="0"/>
                        <a:t>()</a:t>
                      </a:r>
                    </a:p>
                  </a:txBody>
                  <a:tcPr anchor="ctr"/>
                </a:tc>
                <a:tc>
                  <a:txBody>
                    <a:bodyPr/>
                    <a:lstStyle/>
                    <a:p>
                      <a:pPr>
                        <a:buNone/>
                      </a:pPr>
                      <a:r>
                        <a:rPr lang="en-US"/>
                        <a:t>Ovvoru test start aaguradhukku munnaadi execute aagum</a:t>
                      </a:r>
                    </a:p>
                  </a:txBody>
                  <a:tcPr anchor="ctr"/>
                </a:tc>
                <a:extLst>
                  <a:ext uri="{0D108BD9-81ED-4DB2-BD59-A6C34878D82A}">
                    <a16:rowId xmlns:a16="http://schemas.microsoft.com/office/drawing/2014/main" val="1973371253"/>
                  </a:ext>
                </a:extLst>
              </a:tr>
              <a:tr h="557850">
                <a:tc>
                  <a:txBody>
                    <a:bodyPr/>
                    <a:lstStyle/>
                    <a:p>
                      <a:pPr>
                        <a:buNone/>
                      </a:pPr>
                      <a:r>
                        <a:rPr lang="en-US"/>
                        <a:t>afterEach()</a:t>
                      </a:r>
                    </a:p>
                  </a:txBody>
                  <a:tcPr anchor="ctr"/>
                </a:tc>
                <a:tc>
                  <a:txBody>
                    <a:bodyPr/>
                    <a:lstStyle/>
                    <a:p>
                      <a:pPr>
                        <a:buNone/>
                      </a:pPr>
                      <a:r>
                        <a:rPr lang="en-US"/>
                        <a:t>Ovvoru test mudinja piragum execute aagum</a:t>
                      </a:r>
                    </a:p>
                  </a:txBody>
                  <a:tcPr anchor="ctr"/>
                </a:tc>
                <a:extLst>
                  <a:ext uri="{0D108BD9-81ED-4DB2-BD59-A6C34878D82A}">
                    <a16:rowId xmlns:a16="http://schemas.microsoft.com/office/drawing/2014/main" val="546364611"/>
                  </a:ext>
                </a:extLst>
              </a:tr>
              <a:tr h="570521">
                <a:tc>
                  <a:txBody>
                    <a:bodyPr/>
                    <a:lstStyle/>
                    <a:p>
                      <a:pPr>
                        <a:buNone/>
                      </a:pPr>
                      <a:r>
                        <a:rPr lang="en-US"/>
                        <a:t>afterAll()</a:t>
                      </a:r>
                    </a:p>
                  </a:txBody>
                  <a:tcPr anchor="ctr"/>
                </a:tc>
                <a:tc>
                  <a:txBody>
                    <a:bodyPr/>
                    <a:lstStyle/>
                    <a:p>
                      <a:pPr>
                        <a:buNone/>
                      </a:pPr>
                      <a:r>
                        <a:rPr lang="en-US" dirty="0" err="1"/>
                        <a:t>Andha</a:t>
                      </a:r>
                      <a:r>
                        <a:rPr lang="en-US" dirty="0"/>
                        <a:t> test file-la tests </a:t>
                      </a:r>
                      <a:r>
                        <a:rPr lang="en-US" dirty="0" err="1"/>
                        <a:t>mudinja</a:t>
                      </a:r>
                      <a:r>
                        <a:rPr lang="en-US" dirty="0"/>
                        <a:t> </a:t>
                      </a:r>
                      <a:r>
                        <a:rPr lang="en-US" dirty="0" err="1"/>
                        <a:t>piragu</a:t>
                      </a:r>
                      <a:r>
                        <a:rPr lang="en-US" dirty="0"/>
                        <a:t> once execute </a:t>
                      </a:r>
                      <a:r>
                        <a:rPr lang="en-US" dirty="0" err="1"/>
                        <a:t>aagum</a:t>
                      </a:r>
                      <a:endParaRPr lang="en-US" dirty="0"/>
                    </a:p>
                  </a:txBody>
                  <a:tcPr anchor="ctr"/>
                </a:tc>
                <a:extLst>
                  <a:ext uri="{0D108BD9-81ED-4DB2-BD59-A6C34878D82A}">
                    <a16:rowId xmlns:a16="http://schemas.microsoft.com/office/drawing/2014/main" val="796127130"/>
                  </a:ext>
                </a:extLst>
              </a:tr>
            </a:tbl>
          </a:graphicData>
        </a:graphic>
      </p:graphicFrame>
      <p:sp>
        <p:nvSpPr>
          <p:cNvPr id="7" name="Oval 6">
            <a:extLst>
              <a:ext uri="{FF2B5EF4-FFF2-40B4-BE49-F238E27FC236}">
                <a16:creationId xmlns:a16="http://schemas.microsoft.com/office/drawing/2014/main" id="{2DD6BEC9-9048-4322-1F08-9B1C6AAC3621}"/>
              </a:ext>
            </a:extLst>
          </p:cNvPr>
          <p:cNvSpPr/>
          <p:nvPr/>
        </p:nvSpPr>
        <p:spPr>
          <a:xfrm>
            <a:off x="7726680" y="3429000"/>
            <a:ext cx="4465320" cy="3429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sz="1400" b="1" dirty="0"/>
              <a:t>Hooks-</a:t>
            </a:r>
            <a:r>
              <a:rPr lang="en-US" sz="1400" b="1" dirty="0" err="1"/>
              <a:t>oda</a:t>
            </a:r>
            <a:r>
              <a:rPr lang="en-US" sz="1400" b="1" dirty="0"/>
              <a:t> advantages</a:t>
            </a:r>
          </a:p>
          <a:p>
            <a:pPr marL="285750" lvl="0" indent="-285750">
              <a:buFont typeface="Arial" panose="020B0604020202020204" pitchFamily="34" charset="0"/>
              <a:buChar char="•"/>
            </a:pPr>
            <a:r>
              <a:rPr lang="en-US" sz="1400" dirty="0"/>
              <a:t>Repeated setup code-ai avoid </a:t>
            </a:r>
            <a:r>
              <a:rPr lang="en-US" sz="1400" dirty="0" err="1"/>
              <a:t>pannalaam</a:t>
            </a:r>
            <a:r>
              <a:rPr lang="en-US" sz="1400" dirty="0"/>
              <a:t>.</a:t>
            </a:r>
          </a:p>
          <a:p>
            <a:pPr marL="285750" lvl="0" indent="-285750">
              <a:buFont typeface="Arial" panose="020B0604020202020204" pitchFamily="34" charset="0"/>
              <a:buChar char="•"/>
            </a:pPr>
            <a:r>
              <a:rPr lang="en-US" sz="1400" dirty="0"/>
              <a:t>Login setup, test data preparation, and cleanup manage </a:t>
            </a:r>
            <a:r>
              <a:rPr lang="en-US" sz="1400" dirty="0" err="1"/>
              <a:t>pannalaam</a:t>
            </a:r>
            <a:r>
              <a:rPr lang="en-US" sz="1400" dirty="0"/>
              <a:t>.</a:t>
            </a:r>
          </a:p>
          <a:p>
            <a:pPr marL="285750" lvl="0" indent="-285750">
              <a:buFont typeface="Arial" panose="020B0604020202020204" pitchFamily="34" charset="0"/>
              <a:buChar char="•"/>
            </a:pPr>
            <a:r>
              <a:rPr lang="en-US" sz="1400" dirty="0"/>
              <a:t>Test start/end timestamps record </a:t>
            </a:r>
            <a:r>
              <a:rPr lang="en-US" sz="1400" dirty="0" err="1"/>
              <a:t>pannalaam</a:t>
            </a:r>
            <a:r>
              <a:rPr lang="en-US" sz="1400" dirty="0"/>
              <a:t>.</a:t>
            </a:r>
          </a:p>
          <a:p>
            <a:pPr marL="285750" lvl="0" indent="-285750">
              <a:buFont typeface="Arial" panose="020B0604020202020204" pitchFamily="34" charset="0"/>
              <a:buChar char="•"/>
            </a:pPr>
            <a:r>
              <a:rPr lang="en-US" sz="1400" dirty="0"/>
              <a:t>Test fail </a:t>
            </a:r>
            <a:r>
              <a:rPr lang="en-US" sz="1400" dirty="0" err="1"/>
              <a:t>aana</a:t>
            </a:r>
            <a:r>
              <a:rPr lang="en-US" sz="1400" dirty="0"/>
              <a:t> error details and screenshots capture </a:t>
            </a:r>
            <a:r>
              <a:rPr lang="en-US" sz="1400" dirty="0" err="1"/>
              <a:t>pannalaam</a:t>
            </a:r>
            <a:r>
              <a:rPr lang="en-US" sz="1400" dirty="0"/>
              <a:t>.</a:t>
            </a:r>
          </a:p>
          <a:p>
            <a:pPr marL="285750" lvl="0" indent="-285750">
              <a:buFont typeface="Arial" panose="020B0604020202020204" pitchFamily="34" charset="0"/>
              <a:buChar char="•"/>
            </a:pPr>
            <a:r>
              <a:rPr lang="en-US" sz="1400" dirty="0"/>
              <a:t>Debugging easy-</a:t>
            </a:r>
            <a:r>
              <a:rPr lang="en-US" sz="1400" dirty="0" err="1"/>
              <a:t>aagum</a:t>
            </a:r>
            <a:r>
              <a:rPr lang="en-US" sz="1400" dirty="0"/>
              <a:t>; reports-la test results </a:t>
            </a:r>
            <a:r>
              <a:rPr lang="en-US" sz="1400" dirty="0" err="1"/>
              <a:t>analyse</a:t>
            </a:r>
            <a:r>
              <a:rPr lang="en-US" sz="1400" dirty="0"/>
              <a:t> </a:t>
            </a:r>
            <a:r>
              <a:rPr lang="en-US" sz="1400" dirty="0" err="1"/>
              <a:t>pannalaam</a:t>
            </a:r>
            <a:r>
              <a:rPr lang="en-US" sz="1400" dirty="0"/>
              <a:t>.</a:t>
            </a:r>
          </a:p>
          <a:p>
            <a:pPr marL="285750" indent="-285750" algn="ctr">
              <a:buFont typeface="Arial" panose="020B0604020202020204" pitchFamily="34" charset="0"/>
              <a:buChar char="•"/>
            </a:pPr>
            <a:endParaRPr lang="en-US" sz="1400" dirty="0"/>
          </a:p>
        </p:txBody>
      </p:sp>
    </p:spTree>
    <p:extLst>
      <p:ext uri="{BB962C8B-B14F-4D97-AF65-F5344CB8AC3E}">
        <p14:creationId xmlns:p14="http://schemas.microsoft.com/office/powerpoint/2010/main" val="1899206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5A38E8-E3C9-7A61-8BA9-9D7316198631}"/>
              </a:ext>
            </a:extLst>
          </p:cNvPr>
          <p:cNvSpPr/>
          <p:nvPr/>
        </p:nvSpPr>
        <p:spPr>
          <a:xfrm>
            <a:off x="0" y="0"/>
            <a:ext cx="12192000" cy="685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200" b="1" dirty="0"/>
              <a:t>Playwright – Test Execution Commands</a:t>
            </a:r>
          </a:p>
          <a:p>
            <a:r>
              <a:rPr lang="en-US" sz="1200" dirty="0"/>
              <a:t># 1. Run all tests</a:t>
            </a:r>
          </a:p>
          <a:p>
            <a:r>
              <a:rPr lang="en-US" sz="1200" dirty="0" err="1"/>
              <a:t>npx</a:t>
            </a:r>
            <a:r>
              <a:rPr lang="en-US" sz="1200" dirty="0"/>
              <a:t> playwright test</a:t>
            </a:r>
          </a:p>
          <a:p>
            <a:r>
              <a:rPr lang="en-US" sz="1200" dirty="0"/>
              <a:t># 2. Run specific file / test</a:t>
            </a:r>
          </a:p>
          <a:p>
            <a:r>
              <a:rPr lang="en-US" sz="1200" dirty="0" err="1"/>
              <a:t>npx</a:t>
            </a:r>
            <a:r>
              <a:rPr lang="en-US" sz="1200" dirty="0"/>
              <a:t> playwright test tests/login.spec.js</a:t>
            </a:r>
          </a:p>
          <a:p>
            <a:r>
              <a:rPr lang="en-US" sz="1200" dirty="0" err="1"/>
              <a:t>npx</a:t>
            </a:r>
            <a:r>
              <a:rPr lang="en-US" sz="1200" dirty="0"/>
              <a:t> playwright test -g "login successfully"</a:t>
            </a:r>
          </a:p>
          <a:p>
            <a:r>
              <a:rPr lang="en-US" sz="1200" dirty="0"/>
              <a:t># 3. Browser &amp; headed mode</a:t>
            </a:r>
          </a:p>
          <a:p>
            <a:r>
              <a:rPr lang="en-US" sz="1200" dirty="0" err="1"/>
              <a:t>npx</a:t>
            </a:r>
            <a:r>
              <a:rPr lang="en-US" sz="1200" dirty="0"/>
              <a:t> playwright test --project=chromium</a:t>
            </a:r>
          </a:p>
          <a:p>
            <a:r>
              <a:rPr lang="en-US" sz="1200" dirty="0" err="1"/>
              <a:t>npx</a:t>
            </a:r>
            <a:r>
              <a:rPr lang="en-US" sz="1200" dirty="0"/>
              <a:t> playwright test --headed</a:t>
            </a:r>
          </a:p>
          <a:p>
            <a:r>
              <a:rPr lang="en-US" sz="1200" dirty="0" err="1"/>
              <a:t>npx</a:t>
            </a:r>
            <a:r>
              <a:rPr lang="en-US" sz="1200" dirty="0"/>
              <a:t> playwright test --project=chromium --headed</a:t>
            </a:r>
          </a:p>
          <a:p>
            <a:r>
              <a:rPr lang="en-US" sz="1200" dirty="0"/>
              <a:t># 4. Debug &amp; UI mode</a:t>
            </a:r>
          </a:p>
          <a:p>
            <a:r>
              <a:rPr lang="en-US" sz="1200" dirty="0" err="1"/>
              <a:t>npx</a:t>
            </a:r>
            <a:r>
              <a:rPr lang="en-US" sz="1200" dirty="0"/>
              <a:t> playwright test --debug</a:t>
            </a:r>
          </a:p>
          <a:p>
            <a:r>
              <a:rPr lang="en-US" sz="1200" dirty="0" err="1"/>
              <a:t>npx</a:t>
            </a:r>
            <a:r>
              <a:rPr lang="en-US" sz="1200" dirty="0"/>
              <a:t> playwright test --</a:t>
            </a:r>
            <a:r>
              <a:rPr lang="en-US" sz="1200" dirty="0" err="1"/>
              <a:t>ui</a:t>
            </a:r>
            <a:endParaRPr lang="en-US" sz="1200" dirty="0"/>
          </a:p>
          <a:p>
            <a:r>
              <a:rPr lang="en-US" sz="1200" dirty="0"/>
              <a:t># 5. Tag-based execution</a:t>
            </a:r>
          </a:p>
          <a:p>
            <a:r>
              <a:rPr lang="en-US" sz="1200" dirty="0" err="1"/>
              <a:t>npx</a:t>
            </a:r>
            <a:r>
              <a:rPr lang="en-US" sz="1200" dirty="0"/>
              <a:t> playwright test --grep="@smoke"</a:t>
            </a:r>
          </a:p>
          <a:p>
            <a:r>
              <a:rPr lang="en-US" sz="1200" dirty="0" err="1"/>
              <a:t>npx</a:t>
            </a:r>
            <a:r>
              <a:rPr lang="en-US" sz="1200" dirty="0"/>
              <a:t> playwright test --grep="@smoke|@regression"</a:t>
            </a:r>
          </a:p>
          <a:p>
            <a:r>
              <a:rPr lang="en-US" sz="1200" dirty="0" err="1"/>
              <a:t>npx</a:t>
            </a:r>
            <a:r>
              <a:rPr lang="en-US" sz="1200" dirty="0"/>
              <a:t> playwright test --grep-invert="@sanity“</a:t>
            </a:r>
          </a:p>
          <a:p>
            <a:r>
              <a:rPr lang="en-US" sz="1200" dirty="0" err="1"/>
              <a:t>npx</a:t>
            </a:r>
            <a:r>
              <a:rPr lang="en-US" sz="1200" dirty="0"/>
              <a:t> playwright test --grep="@smoke" --grep-invert="@sanity"</a:t>
            </a:r>
          </a:p>
          <a:p>
            <a:endParaRPr lang="en-US" sz="1200" dirty="0"/>
          </a:p>
          <a:p>
            <a:r>
              <a:rPr lang="en-US" sz="1200" dirty="0"/>
              <a:t># 6. Workers, retries &amp; failed tests</a:t>
            </a:r>
          </a:p>
          <a:p>
            <a:r>
              <a:rPr lang="en-US" sz="1200" dirty="0" err="1"/>
              <a:t>npx</a:t>
            </a:r>
            <a:r>
              <a:rPr lang="en-US" sz="1200" dirty="0"/>
              <a:t> playwright test --workers=2</a:t>
            </a:r>
          </a:p>
          <a:p>
            <a:r>
              <a:rPr lang="en-US" sz="1200" dirty="0" err="1"/>
              <a:t>npx</a:t>
            </a:r>
            <a:r>
              <a:rPr lang="en-US" sz="1200" dirty="0"/>
              <a:t> playwright test --retries=2</a:t>
            </a:r>
          </a:p>
          <a:p>
            <a:r>
              <a:rPr lang="en-US" sz="1200" dirty="0" err="1"/>
              <a:t>npx</a:t>
            </a:r>
            <a:r>
              <a:rPr lang="en-US" sz="1200" dirty="0"/>
              <a:t> playwright test --last-failed</a:t>
            </a:r>
          </a:p>
          <a:p>
            <a:r>
              <a:rPr lang="en-US" sz="1200" dirty="0"/>
              <a:t># 7. API / project-specific execution</a:t>
            </a:r>
          </a:p>
          <a:p>
            <a:r>
              <a:rPr lang="en-US" sz="1200" dirty="0" err="1"/>
              <a:t>npx</a:t>
            </a:r>
            <a:r>
              <a:rPr lang="en-US" sz="1200" dirty="0"/>
              <a:t> playwright test </a:t>
            </a:r>
            <a:r>
              <a:rPr lang="en-US" sz="1200" dirty="0" err="1"/>
              <a:t>api</a:t>
            </a:r>
            <a:r>
              <a:rPr lang="en-US" sz="1200" dirty="0"/>
              <a:t>/</a:t>
            </a:r>
          </a:p>
          <a:p>
            <a:r>
              <a:rPr lang="en-US" sz="1200" dirty="0" err="1"/>
              <a:t>npx</a:t>
            </a:r>
            <a:r>
              <a:rPr lang="en-US" sz="1200" dirty="0"/>
              <a:t> playwright test --project=chromium --grep="@smoke"</a:t>
            </a:r>
          </a:p>
          <a:p>
            <a:r>
              <a:rPr lang="en-US" sz="1200" dirty="0"/>
              <a:t># 8. Reports</a:t>
            </a:r>
          </a:p>
          <a:p>
            <a:r>
              <a:rPr lang="en-US" sz="1200" dirty="0" err="1"/>
              <a:t>npx</a:t>
            </a:r>
            <a:r>
              <a:rPr lang="en-US" sz="1200" dirty="0"/>
              <a:t> playwright test --reporter=html</a:t>
            </a:r>
          </a:p>
          <a:p>
            <a:r>
              <a:rPr lang="en-US" sz="1200" dirty="0" err="1"/>
              <a:t>npx</a:t>
            </a:r>
            <a:r>
              <a:rPr lang="en-US" sz="1200" dirty="0"/>
              <a:t> playwright show-report</a:t>
            </a:r>
          </a:p>
          <a:p>
            <a:r>
              <a:rPr lang="en-US" sz="1200" dirty="0" err="1"/>
              <a:t>npx</a:t>
            </a:r>
            <a:r>
              <a:rPr lang="en-US" sz="1200" dirty="0"/>
              <a:t> playwright test --reporter=</a:t>
            </a:r>
            <a:r>
              <a:rPr lang="en-US" sz="1200" dirty="0" err="1"/>
              <a:t>line,allure</a:t>
            </a:r>
            <a:r>
              <a:rPr lang="en-US" sz="1200" dirty="0"/>
              <a:t>-playwright</a:t>
            </a:r>
          </a:p>
          <a:p>
            <a:r>
              <a:rPr lang="en-US" sz="1200" dirty="0"/>
              <a:t># 9. Test discovery &amp; snapshots</a:t>
            </a:r>
          </a:p>
          <a:p>
            <a:r>
              <a:rPr lang="en-US" sz="1200" dirty="0" err="1"/>
              <a:t>npx</a:t>
            </a:r>
            <a:r>
              <a:rPr lang="en-US" sz="1200" dirty="0"/>
              <a:t> playwright test --list</a:t>
            </a:r>
          </a:p>
          <a:p>
            <a:r>
              <a:rPr lang="en-US" sz="1200" dirty="0" err="1"/>
              <a:t>npx</a:t>
            </a:r>
            <a:r>
              <a:rPr lang="en-US" sz="1200" dirty="0"/>
              <a:t> playwright test --update-snapshots</a:t>
            </a:r>
          </a:p>
          <a:p>
            <a:r>
              <a:rPr lang="en-US" sz="1200" dirty="0"/>
              <a:t># 10. CI / Jenkins execution</a:t>
            </a:r>
          </a:p>
          <a:p>
            <a:r>
              <a:rPr lang="en-US" sz="1200" dirty="0" err="1"/>
              <a:t>npx</a:t>
            </a:r>
            <a:r>
              <a:rPr lang="en-US" sz="1200" dirty="0"/>
              <a:t> playwright test --workers=2 --retries=2</a:t>
            </a:r>
          </a:p>
          <a:p>
            <a:pPr algn="ctr"/>
            <a:endParaRPr lang="en-US" sz="1200" dirty="0"/>
          </a:p>
        </p:txBody>
      </p:sp>
    </p:spTree>
    <p:extLst>
      <p:ext uri="{BB962C8B-B14F-4D97-AF65-F5344CB8AC3E}">
        <p14:creationId xmlns:p14="http://schemas.microsoft.com/office/powerpoint/2010/main" val="827691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E804F3-FA95-184C-0A9C-8E4711FC584A}"/>
              </a:ext>
            </a:extLst>
          </p:cNvPr>
          <p:cNvSpPr/>
          <p:nvPr/>
        </p:nvSpPr>
        <p:spPr>
          <a:xfrm>
            <a:off x="3015234" y="27432"/>
            <a:ext cx="7699248" cy="5852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Api Testing</a:t>
            </a:r>
          </a:p>
        </p:txBody>
      </p:sp>
      <p:graphicFrame>
        <p:nvGraphicFramePr>
          <p:cNvPr id="12" name="Table 11">
            <a:extLst>
              <a:ext uri="{FF2B5EF4-FFF2-40B4-BE49-F238E27FC236}">
                <a16:creationId xmlns:a16="http://schemas.microsoft.com/office/drawing/2014/main" id="{3F5097F5-02AC-AB5A-8D61-0C7451BB7EDF}"/>
              </a:ext>
            </a:extLst>
          </p:cNvPr>
          <p:cNvGraphicFramePr>
            <a:graphicFrameLocks noGrp="1"/>
          </p:cNvGraphicFramePr>
          <p:nvPr>
            <p:extLst>
              <p:ext uri="{D42A27DB-BD31-4B8C-83A1-F6EECF244321}">
                <p14:modId xmlns:p14="http://schemas.microsoft.com/office/powerpoint/2010/main" val="1318201984"/>
              </p:ext>
            </p:extLst>
          </p:nvPr>
        </p:nvGraphicFramePr>
        <p:xfrm>
          <a:off x="576072" y="960120"/>
          <a:ext cx="5751576" cy="10333776"/>
        </p:xfrm>
        <a:graphic>
          <a:graphicData uri="http://schemas.openxmlformats.org/drawingml/2006/table">
            <a:tbl>
              <a:tblPr>
                <a:tableStyleId>{5C22544A-7EE6-4342-B048-85BDC9FD1C3A}</a:tableStyleId>
              </a:tblPr>
              <a:tblGrid>
                <a:gridCol w="2878588">
                  <a:extLst>
                    <a:ext uri="{9D8B030D-6E8A-4147-A177-3AD203B41FA5}">
                      <a16:colId xmlns:a16="http://schemas.microsoft.com/office/drawing/2014/main" val="3000254173"/>
                    </a:ext>
                  </a:extLst>
                </a:gridCol>
                <a:gridCol w="879596">
                  <a:extLst>
                    <a:ext uri="{9D8B030D-6E8A-4147-A177-3AD203B41FA5}">
                      <a16:colId xmlns:a16="http://schemas.microsoft.com/office/drawing/2014/main" val="628131161"/>
                    </a:ext>
                  </a:extLst>
                </a:gridCol>
                <a:gridCol w="1993392">
                  <a:extLst>
                    <a:ext uri="{9D8B030D-6E8A-4147-A177-3AD203B41FA5}">
                      <a16:colId xmlns:a16="http://schemas.microsoft.com/office/drawing/2014/main" val="2236970710"/>
                    </a:ext>
                  </a:extLst>
                </a:gridCol>
              </a:tblGrid>
              <a:tr h="304394">
                <a:tc>
                  <a:txBody>
                    <a:bodyPr/>
                    <a:lstStyle/>
                    <a:p>
                      <a:pPr marL="0" algn="l" defTabSz="914400" rtl="0" eaLnBrk="1" latinLnBrk="0" hangingPunct="1">
                        <a:buNone/>
                      </a:pPr>
                      <a:r>
                        <a:rPr lang="en-US" sz="1600" kern="1200" dirty="0">
                          <a:solidFill>
                            <a:schemeClr val="dk1"/>
                          </a:solidFill>
                          <a:latin typeface="+mn-lt"/>
                          <a:ea typeface="+mn-ea"/>
                          <a:cs typeface="+mn-cs"/>
                        </a:rPr>
                        <a:t>Scenario </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Status code</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Meaning</a:t>
                      </a:r>
                    </a:p>
                  </a:txBody>
                  <a:tcPr marL="32232" marR="32232" marT="16116" marB="16116" anchor="ctr"/>
                </a:tc>
                <a:extLst>
                  <a:ext uri="{0D108BD9-81ED-4DB2-BD59-A6C34878D82A}">
                    <a16:rowId xmlns:a16="http://schemas.microsoft.com/office/drawing/2014/main" val="464123199"/>
                  </a:ext>
                </a:extLst>
              </a:tr>
              <a:tr h="304394">
                <a:tc>
                  <a:txBody>
                    <a:bodyPr/>
                    <a:lstStyle/>
                    <a:p>
                      <a:pPr marL="0" algn="l" defTabSz="914400" rtl="0" eaLnBrk="1" latinLnBrk="0" hangingPunct="1">
                        <a:buNone/>
                      </a:pPr>
                      <a:r>
                        <a:rPr lang="en-US" sz="1600" kern="1200" dirty="0">
                          <a:solidFill>
                            <a:schemeClr val="dk1"/>
                          </a:solidFill>
                          <a:latin typeface="+mn-lt"/>
                          <a:ea typeface="+mn-ea"/>
                          <a:cs typeface="+mn-cs"/>
                        </a:rPr>
                        <a:t>Too many requests send </a:t>
                      </a:r>
                      <a:r>
                        <a:rPr lang="en-US" sz="1600" kern="1200" dirty="0" err="1">
                          <a:solidFill>
                            <a:schemeClr val="dk1"/>
                          </a:solidFill>
                          <a:latin typeface="+mn-lt"/>
                          <a:ea typeface="+mn-ea"/>
                          <a:cs typeface="+mn-cs"/>
                        </a:rPr>
                        <a:t>panreenga</a:t>
                      </a:r>
                      <a:r>
                        <a:rPr lang="en-US" sz="1600" kern="1200" dirty="0">
                          <a:solidFill>
                            <a:schemeClr val="dk1"/>
                          </a:solidFill>
                          <a:latin typeface="+mn-lt"/>
                          <a:ea typeface="+mn-ea"/>
                          <a:cs typeface="+mn-cs"/>
                        </a:rPr>
                        <a:t> within a short time</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429</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Too Many Requests</a:t>
                      </a:r>
                    </a:p>
                  </a:txBody>
                  <a:tcPr marL="32232" marR="32232" marT="16116" marB="16116" anchor="ctr"/>
                </a:tc>
                <a:extLst>
                  <a:ext uri="{0D108BD9-81ED-4DB2-BD59-A6C34878D82A}">
                    <a16:rowId xmlns:a16="http://schemas.microsoft.com/office/drawing/2014/main" val="4213641393"/>
                  </a:ext>
                </a:extLst>
              </a:tr>
              <a:tr h="434848">
                <a:tc>
                  <a:txBody>
                    <a:bodyPr/>
                    <a:lstStyle/>
                    <a:p>
                      <a:pPr marL="0" algn="l" defTabSz="914400" rtl="0" eaLnBrk="1" latinLnBrk="0" hangingPunct="1">
                        <a:buNone/>
                      </a:pPr>
                      <a:r>
                        <a:rPr lang="en-US" sz="1600" kern="1200" dirty="0">
                          <a:solidFill>
                            <a:schemeClr val="dk1"/>
                          </a:solidFill>
                          <a:latin typeface="+mn-lt"/>
                          <a:ea typeface="+mn-ea"/>
                          <a:cs typeface="+mn-cs"/>
                        </a:rPr>
                        <a:t>Restricted resource access panna try </a:t>
                      </a:r>
                      <a:r>
                        <a:rPr lang="en-US" sz="1600" kern="1200" dirty="0" err="1">
                          <a:solidFill>
                            <a:schemeClr val="dk1"/>
                          </a:solidFill>
                          <a:latin typeface="+mn-lt"/>
                          <a:ea typeface="+mn-ea"/>
                          <a:cs typeface="+mn-cs"/>
                        </a:rPr>
                        <a:t>panreenga</a:t>
                      </a:r>
                      <a:r>
                        <a:rPr lang="en-US" sz="1600" kern="1200" dirty="0">
                          <a:solidFill>
                            <a:schemeClr val="dk1"/>
                          </a:solidFill>
                          <a:latin typeface="+mn-lt"/>
                          <a:ea typeface="+mn-ea"/>
                          <a:cs typeface="+mn-cs"/>
                        </a:rPr>
                        <a:t>; permission </a:t>
                      </a:r>
                      <a:r>
                        <a:rPr lang="en-US" sz="1600" kern="1200" dirty="0" err="1">
                          <a:solidFill>
                            <a:schemeClr val="dk1"/>
                          </a:solidFill>
                          <a:latin typeface="+mn-lt"/>
                          <a:ea typeface="+mn-ea"/>
                          <a:cs typeface="+mn-cs"/>
                        </a:rPr>
                        <a:t>illa</a:t>
                      </a:r>
                      <a:endParaRPr lang="en-US" sz="1600" kern="1200" dirty="0">
                        <a:solidFill>
                          <a:schemeClr val="dk1"/>
                        </a:solidFill>
                        <a:latin typeface="+mn-lt"/>
                        <a:ea typeface="+mn-ea"/>
                        <a:cs typeface="+mn-cs"/>
                      </a:endParaRP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403</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Forbidden</a:t>
                      </a:r>
                    </a:p>
                  </a:txBody>
                  <a:tcPr marL="32232" marR="32232" marT="16116" marB="16116" anchor="ctr"/>
                </a:tc>
                <a:extLst>
                  <a:ext uri="{0D108BD9-81ED-4DB2-BD59-A6C34878D82A}">
                    <a16:rowId xmlns:a16="http://schemas.microsoft.com/office/drawing/2014/main" val="3089341261"/>
                  </a:ext>
                </a:extLst>
              </a:tr>
              <a:tr h="304394">
                <a:tc>
                  <a:txBody>
                    <a:bodyPr/>
                    <a:lstStyle/>
                    <a:p>
                      <a:pPr marL="0" algn="l" defTabSz="914400" rtl="0" eaLnBrk="1" latinLnBrk="0" hangingPunct="1">
                        <a:buNone/>
                      </a:pPr>
                      <a:r>
                        <a:rPr lang="en-US" sz="1600" kern="1200" dirty="0">
                          <a:solidFill>
                            <a:schemeClr val="dk1"/>
                          </a:solidFill>
                          <a:latin typeface="+mn-lt"/>
                          <a:ea typeface="+mn-ea"/>
                          <a:cs typeface="+mn-cs"/>
                        </a:rPr>
                        <a:t>Unsupported file type upload </a:t>
                      </a:r>
                      <a:r>
                        <a:rPr lang="en-US" sz="1600" kern="1200" dirty="0" err="1">
                          <a:solidFill>
                            <a:schemeClr val="dk1"/>
                          </a:solidFill>
                          <a:latin typeface="+mn-lt"/>
                          <a:ea typeface="+mn-ea"/>
                          <a:cs typeface="+mn-cs"/>
                        </a:rPr>
                        <a:t>panreenga</a:t>
                      </a:r>
                      <a:r>
                        <a:rPr lang="en-US" sz="1600" kern="1200" dirty="0">
                          <a:solidFill>
                            <a:schemeClr val="dk1"/>
                          </a:solidFill>
                          <a:latin typeface="+mn-lt"/>
                          <a:ea typeface="+mn-ea"/>
                          <a:cs typeface="+mn-cs"/>
                        </a:rPr>
                        <a:t>; API reject </a:t>
                      </a:r>
                      <a:r>
                        <a:rPr lang="en-US" sz="1600" kern="1200" dirty="0" err="1">
                          <a:solidFill>
                            <a:schemeClr val="dk1"/>
                          </a:solidFill>
                          <a:latin typeface="+mn-lt"/>
                          <a:ea typeface="+mn-ea"/>
                          <a:cs typeface="+mn-cs"/>
                        </a:rPr>
                        <a:t>pannudhu</a:t>
                      </a:r>
                      <a:endParaRPr lang="en-US" sz="1600" kern="1200" dirty="0">
                        <a:solidFill>
                          <a:schemeClr val="dk1"/>
                        </a:solidFill>
                        <a:latin typeface="+mn-lt"/>
                        <a:ea typeface="+mn-ea"/>
                        <a:cs typeface="+mn-cs"/>
                      </a:endParaRP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415</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Unsupported Media Type</a:t>
                      </a:r>
                    </a:p>
                  </a:txBody>
                  <a:tcPr marL="32232" marR="32232" marT="16116" marB="16116" anchor="ctr"/>
                </a:tc>
                <a:extLst>
                  <a:ext uri="{0D108BD9-81ED-4DB2-BD59-A6C34878D82A}">
                    <a16:rowId xmlns:a16="http://schemas.microsoft.com/office/drawing/2014/main" val="1135888800"/>
                  </a:ext>
                </a:extLst>
              </a:tr>
              <a:tr h="304394">
                <a:tc>
                  <a:txBody>
                    <a:bodyPr/>
                    <a:lstStyle/>
                    <a:p>
                      <a:pPr marL="0" algn="l" defTabSz="914400" rtl="0" eaLnBrk="1" latinLnBrk="0" hangingPunct="1">
                        <a:buNone/>
                      </a:pPr>
                      <a:r>
                        <a:rPr lang="en-US" sz="1600" kern="1200" dirty="0">
                          <a:solidFill>
                            <a:schemeClr val="dk1"/>
                          </a:solidFill>
                          <a:latin typeface="+mn-lt"/>
                          <a:ea typeface="+mn-ea"/>
                          <a:cs typeface="+mn-cs"/>
                        </a:rPr>
                        <a:t>Authentication token missing or invalid</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401</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Unauthorized</a:t>
                      </a:r>
                    </a:p>
                  </a:txBody>
                  <a:tcPr marL="32232" marR="32232" marT="16116" marB="16116" anchor="ctr"/>
                </a:tc>
                <a:extLst>
                  <a:ext uri="{0D108BD9-81ED-4DB2-BD59-A6C34878D82A}">
                    <a16:rowId xmlns:a16="http://schemas.microsoft.com/office/drawing/2014/main" val="1800166477"/>
                  </a:ext>
                </a:extLst>
              </a:tr>
              <a:tr h="304394">
                <a:tc>
                  <a:txBody>
                    <a:bodyPr/>
                    <a:lstStyle/>
                    <a:p>
                      <a:pPr marL="0" algn="l" defTabSz="914400" rtl="0" eaLnBrk="1" latinLnBrk="0" hangingPunct="1">
                        <a:buNone/>
                      </a:pPr>
                      <a:r>
                        <a:rPr lang="en-US" sz="1600" kern="1200" dirty="0">
                          <a:solidFill>
                            <a:schemeClr val="dk1"/>
                          </a:solidFill>
                          <a:latin typeface="+mn-lt"/>
                          <a:ea typeface="+mn-ea"/>
                          <a:cs typeface="+mn-cs"/>
                        </a:rPr>
                        <a:t>Valid login </a:t>
                      </a:r>
                      <a:r>
                        <a:rPr lang="en-US" sz="1600" kern="1200" dirty="0" err="1">
                          <a:solidFill>
                            <a:schemeClr val="dk1"/>
                          </a:solidFill>
                          <a:latin typeface="+mn-lt"/>
                          <a:ea typeface="+mn-ea"/>
                          <a:cs typeface="+mn-cs"/>
                        </a:rPr>
                        <a:t>irukku</a:t>
                      </a:r>
                      <a:r>
                        <a:rPr lang="en-US" sz="1600" kern="1200" dirty="0">
                          <a:solidFill>
                            <a:schemeClr val="dk1"/>
                          </a:solidFill>
                          <a:latin typeface="+mn-lt"/>
                          <a:ea typeface="+mn-ea"/>
                          <a:cs typeface="+mn-cs"/>
                        </a:rPr>
                        <a:t>, </a:t>
                      </a:r>
                      <a:r>
                        <a:rPr lang="en-US" sz="1600" kern="1200" dirty="0" err="1">
                          <a:solidFill>
                            <a:schemeClr val="dk1"/>
                          </a:solidFill>
                          <a:latin typeface="+mn-lt"/>
                          <a:ea typeface="+mn-ea"/>
                          <a:cs typeface="+mn-cs"/>
                        </a:rPr>
                        <a:t>aana</a:t>
                      </a:r>
                      <a:r>
                        <a:rPr lang="en-US" sz="1600" kern="1200" dirty="0">
                          <a:solidFill>
                            <a:schemeClr val="dk1"/>
                          </a:solidFill>
                          <a:latin typeface="+mn-lt"/>
                          <a:ea typeface="+mn-ea"/>
                          <a:cs typeface="+mn-cs"/>
                        </a:rPr>
                        <a:t> resource access permission </a:t>
                      </a:r>
                      <a:r>
                        <a:rPr lang="en-US" sz="1600" kern="1200" dirty="0" err="1">
                          <a:solidFill>
                            <a:schemeClr val="dk1"/>
                          </a:solidFill>
                          <a:latin typeface="+mn-lt"/>
                          <a:ea typeface="+mn-ea"/>
                          <a:cs typeface="+mn-cs"/>
                        </a:rPr>
                        <a:t>illa</a:t>
                      </a:r>
                      <a:endParaRPr lang="en-US" sz="1600" kern="1200" dirty="0">
                        <a:solidFill>
                          <a:schemeClr val="dk1"/>
                        </a:solidFill>
                        <a:latin typeface="+mn-lt"/>
                        <a:ea typeface="+mn-ea"/>
                        <a:cs typeface="+mn-cs"/>
                      </a:endParaRP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403</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Forbidden</a:t>
                      </a:r>
                    </a:p>
                  </a:txBody>
                  <a:tcPr marL="32232" marR="32232" marT="16116" marB="16116" anchor="ctr"/>
                </a:tc>
                <a:extLst>
                  <a:ext uri="{0D108BD9-81ED-4DB2-BD59-A6C34878D82A}">
                    <a16:rowId xmlns:a16="http://schemas.microsoft.com/office/drawing/2014/main" val="1143266312"/>
                  </a:ext>
                </a:extLst>
              </a:tr>
              <a:tr h="304394">
                <a:tc>
                  <a:txBody>
                    <a:bodyPr/>
                    <a:lstStyle/>
                    <a:p>
                      <a:pPr marL="0" algn="l" defTabSz="914400" rtl="0" eaLnBrk="1" latinLnBrk="0" hangingPunct="1">
                        <a:buNone/>
                      </a:pPr>
                      <a:r>
                        <a:rPr lang="en-US" sz="1600" kern="1200" dirty="0">
                          <a:solidFill>
                            <a:schemeClr val="dk1"/>
                          </a:solidFill>
                          <a:latin typeface="+mn-lt"/>
                          <a:ea typeface="+mn-ea"/>
                          <a:cs typeface="+mn-cs"/>
                        </a:rPr>
                        <a:t>Nonexistent booking ID request </a:t>
                      </a:r>
                      <a:r>
                        <a:rPr lang="en-US" sz="1600" kern="1200" dirty="0" err="1">
                          <a:solidFill>
                            <a:schemeClr val="dk1"/>
                          </a:solidFill>
                          <a:latin typeface="+mn-lt"/>
                          <a:ea typeface="+mn-ea"/>
                          <a:cs typeface="+mn-cs"/>
                        </a:rPr>
                        <a:t>panreenga</a:t>
                      </a:r>
                      <a:endParaRPr lang="en-US" sz="1600" kern="1200" dirty="0">
                        <a:solidFill>
                          <a:schemeClr val="dk1"/>
                        </a:solidFill>
                        <a:latin typeface="+mn-lt"/>
                        <a:ea typeface="+mn-ea"/>
                        <a:cs typeface="+mn-cs"/>
                      </a:endParaRP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404</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Not Found</a:t>
                      </a:r>
                    </a:p>
                  </a:txBody>
                  <a:tcPr marL="32232" marR="32232" marT="16116" marB="16116" anchor="ctr"/>
                </a:tc>
                <a:extLst>
                  <a:ext uri="{0D108BD9-81ED-4DB2-BD59-A6C34878D82A}">
                    <a16:rowId xmlns:a16="http://schemas.microsoft.com/office/drawing/2014/main" val="3719934227"/>
                  </a:ext>
                </a:extLst>
              </a:tr>
              <a:tr h="304394">
                <a:tc>
                  <a:txBody>
                    <a:bodyPr/>
                    <a:lstStyle/>
                    <a:p>
                      <a:pPr marL="0" algn="l" defTabSz="914400" rtl="0" eaLnBrk="1" latinLnBrk="0" hangingPunct="1">
                        <a:buNone/>
                      </a:pPr>
                      <a:r>
                        <a:rPr lang="en-US" sz="1600" kern="1200">
                          <a:solidFill>
                            <a:schemeClr val="dk1"/>
                          </a:solidFill>
                          <a:latin typeface="+mn-lt"/>
                          <a:ea typeface="+mn-ea"/>
                          <a:cs typeface="+mn-cs"/>
                        </a:rPr>
                        <a:t>Required field miss panni POST request send panreenga</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400 or 422</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Bad Request / </a:t>
                      </a:r>
                      <a:r>
                        <a:rPr lang="en-US" sz="1600" kern="1200" dirty="0" err="1">
                          <a:solidFill>
                            <a:schemeClr val="dk1"/>
                          </a:solidFill>
                          <a:latin typeface="+mn-lt"/>
                          <a:ea typeface="+mn-ea"/>
                          <a:cs typeface="+mn-cs"/>
                        </a:rPr>
                        <a:t>Unprocessable</a:t>
                      </a:r>
                      <a:r>
                        <a:rPr lang="en-US" sz="1600" kern="1200" dirty="0">
                          <a:solidFill>
                            <a:schemeClr val="dk1"/>
                          </a:solidFill>
                          <a:latin typeface="+mn-lt"/>
                          <a:ea typeface="+mn-ea"/>
                          <a:cs typeface="+mn-cs"/>
                        </a:rPr>
                        <a:t> Content</a:t>
                      </a:r>
                    </a:p>
                  </a:txBody>
                  <a:tcPr marL="32232" marR="32232" marT="16116" marB="16116" anchor="ctr"/>
                </a:tc>
                <a:extLst>
                  <a:ext uri="{0D108BD9-81ED-4DB2-BD59-A6C34878D82A}">
                    <a16:rowId xmlns:a16="http://schemas.microsoft.com/office/drawing/2014/main" val="1010763325"/>
                  </a:ext>
                </a:extLst>
              </a:tr>
              <a:tr h="173940">
                <a:tc>
                  <a:txBody>
                    <a:bodyPr/>
                    <a:lstStyle/>
                    <a:p>
                      <a:pPr marL="0" algn="l" defTabSz="914400" rtl="0" eaLnBrk="1" latinLnBrk="0" hangingPunct="1">
                        <a:buNone/>
                      </a:pPr>
                      <a:r>
                        <a:rPr lang="en-US" sz="1600" kern="1200">
                          <a:solidFill>
                            <a:schemeClr val="dk1"/>
                          </a:solidFill>
                          <a:latin typeface="+mn-lt"/>
                          <a:ea typeface="+mn-ea"/>
                          <a:cs typeface="+mn-cs"/>
                        </a:rPr>
                        <a:t>JSON format invalid-ah irukku</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400</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Bad Request</a:t>
                      </a:r>
                    </a:p>
                  </a:txBody>
                  <a:tcPr marL="32232" marR="32232" marT="16116" marB="16116" anchor="ctr"/>
                </a:tc>
                <a:extLst>
                  <a:ext uri="{0D108BD9-81ED-4DB2-BD59-A6C34878D82A}">
                    <a16:rowId xmlns:a16="http://schemas.microsoft.com/office/drawing/2014/main" val="3233695934"/>
                  </a:ext>
                </a:extLst>
              </a:tr>
              <a:tr h="434848">
                <a:tc>
                  <a:txBody>
                    <a:bodyPr/>
                    <a:lstStyle/>
                    <a:p>
                      <a:pPr marL="0" algn="l" defTabSz="914400" rtl="0" eaLnBrk="1" latinLnBrk="0" hangingPunct="1">
                        <a:buNone/>
                      </a:pPr>
                      <a:r>
                        <a:rPr lang="en-US" sz="1600" kern="1200">
                          <a:solidFill>
                            <a:schemeClr val="dk1"/>
                          </a:solidFill>
                          <a:latin typeface="+mn-lt"/>
                          <a:ea typeface="+mn-ea"/>
                          <a:cs typeface="+mn-cs"/>
                        </a:rPr>
                        <a:t>Wrong HTTP method use panreenga; endpoint method support pannaadhu</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405</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Method Not Allowed</a:t>
                      </a:r>
                    </a:p>
                  </a:txBody>
                  <a:tcPr marL="32232" marR="32232" marT="16116" marB="16116" anchor="ctr"/>
                </a:tc>
                <a:extLst>
                  <a:ext uri="{0D108BD9-81ED-4DB2-BD59-A6C34878D82A}">
                    <a16:rowId xmlns:a16="http://schemas.microsoft.com/office/drawing/2014/main" val="1344968222"/>
                  </a:ext>
                </a:extLst>
              </a:tr>
              <a:tr h="434848">
                <a:tc>
                  <a:txBody>
                    <a:bodyPr/>
                    <a:lstStyle/>
                    <a:p>
                      <a:pPr marL="0" algn="l" defTabSz="914400" rtl="0" eaLnBrk="1" latinLnBrk="0" hangingPunct="1">
                        <a:buNone/>
                      </a:pPr>
                      <a:r>
                        <a:rPr lang="en-US" sz="1600" kern="1200">
                          <a:solidFill>
                            <a:schemeClr val="dk1"/>
                          </a:solidFill>
                          <a:latin typeface="+mn-lt"/>
                          <a:ea typeface="+mn-ea"/>
                          <a:cs typeface="+mn-cs"/>
                        </a:rPr>
                        <a:t>Existing record duplicate-ah create panna try panreenga; API duplicate-ai reject pannudhu</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409</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Conflict</a:t>
                      </a:r>
                    </a:p>
                  </a:txBody>
                  <a:tcPr marL="32232" marR="32232" marT="16116" marB="16116" anchor="ctr"/>
                </a:tc>
                <a:extLst>
                  <a:ext uri="{0D108BD9-81ED-4DB2-BD59-A6C34878D82A}">
                    <a16:rowId xmlns:a16="http://schemas.microsoft.com/office/drawing/2014/main" val="220310236"/>
                  </a:ext>
                </a:extLst>
              </a:tr>
              <a:tr h="434848">
                <a:tc>
                  <a:txBody>
                    <a:bodyPr/>
                    <a:lstStyle/>
                    <a:p>
                      <a:pPr marL="0" algn="l" defTabSz="914400" rtl="0" eaLnBrk="1" latinLnBrk="0" hangingPunct="1">
                        <a:buNone/>
                      </a:pPr>
                      <a:r>
                        <a:rPr lang="en-US" sz="1600" kern="1200">
                          <a:solidFill>
                            <a:schemeClr val="dk1"/>
                          </a:solidFill>
                          <a:latin typeface="+mn-lt"/>
                          <a:ea typeface="+mn-ea"/>
                          <a:cs typeface="+mn-cs"/>
                        </a:rPr>
                        <a:t>API expect pannura format-ku badhila XML send panreenga; JSON mattum support pannina</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415</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Unsupported Media Type</a:t>
                      </a:r>
                    </a:p>
                  </a:txBody>
                  <a:tcPr marL="32232" marR="32232" marT="16116" marB="16116" anchor="ctr"/>
                </a:tc>
                <a:extLst>
                  <a:ext uri="{0D108BD9-81ED-4DB2-BD59-A6C34878D82A}">
                    <a16:rowId xmlns:a16="http://schemas.microsoft.com/office/drawing/2014/main" val="1026173195"/>
                  </a:ext>
                </a:extLst>
              </a:tr>
              <a:tr h="304394">
                <a:tc>
                  <a:txBody>
                    <a:bodyPr/>
                    <a:lstStyle/>
                    <a:p>
                      <a:pPr marL="0" algn="l" defTabSz="914400" rtl="0" eaLnBrk="1" latinLnBrk="0" hangingPunct="1">
                        <a:buNone/>
                      </a:pPr>
                      <a:r>
                        <a:rPr lang="en-US" sz="1600" kern="1200">
                          <a:solidFill>
                            <a:schemeClr val="dk1"/>
                          </a:solidFill>
                          <a:latin typeface="+mn-lt"/>
                          <a:ea typeface="+mn-ea"/>
                          <a:cs typeface="+mn-cs"/>
                        </a:rPr>
                        <a:t>Request URL romba lengthy-ah irukku</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414</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URI Too Long</a:t>
                      </a:r>
                    </a:p>
                  </a:txBody>
                  <a:tcPr marL="32232" marR="32232" marT="16116" marB="16116" anchor="ctr"/>
                </a:tc>
                <a:extLst>
                  <a:ext uri="{0D108BD9-81ED-4DB2-BD59-A6C34878D82A}">
                    <a16:rowId xmlns:a16="http://schemas.microsoft.com/office/drawing/2014/main" val="4146838951"/>
                  </a:ext>
                </a:extLst>
              </a:tr>
              <a:tr h="304394">
                <a:tc>
                  <a:txBody>
                    <a:bodyPr/>
                    <a:lstStyle/>
                    <a:p>
                      <a:pPr marL="0" algn="l" defTabSz="914400" rtl="0" eaLnBrk="1" latinLnBrk="0" hangingPunct="1">
                        <a:buNone/>
                      </a:pPr>
                      <a:r>
                        <a:rPr lang="en-US" sz="1600" kern="1200">
                          <a:solidFill>
                            <a:schemeClr val="dk1"/>
                          </a:solidFill>
                          <a:latin typeface="+mn-lt"/>
                          <a:ea typeface="+mn-ea"/>
                          <a:cs typeface="+mn-cs"/>
                        </a:rPr>
                        <a:t>Request-la unsupported Accept header irukku</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406</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Not Acceptable</a:t>
                      </a:r>
                    </a:p>
                  </a:txBody>
                  <a:tcPr marL="32232" marR="32232" marT="16116" marB="16116" anchor="ctr"/>
                </a:tc>
                <a:extLst>
                  <a:ext uri="{0D108BD9-81ED-4DB2-BD59-A6C34878D82A}">
                    <a16:rowId xmlns:a16="http://schemas.microsoft.com/office/drawing/2014/main" val="1185048660"/>
                  </a:ext>
                </a:extLst>
              </a:tr>
              <a:tr h="304394">
                <a:tc>
                  <a:txBody>
                    <a:bodyPr/>
                    <a:lstStyle/>
                    <a:p>
                      <a:pPr marL="0" algn="l" defTabSz="914400" rtl="0" eaLnBrk="1" latinLnBrk="0" hangingPunct="1">
                        <a:buNone/>
                      </a:pPr>
                      <a:r>
                        <a:rPr lang="en-US" sz="1600" kern="1200">
                          <a:solidFill>
                            <a:schemeClr val="dk1"/>
                          </a:solidFill>
                          <a:latin typeface="+mn-lt"/>
                          <a:ea typeface="+mn-ea"/>
                          <a:cs typeface="+mn-cs"/>
                        </a:rPr>
                        <a:t>Request body expected size-ai vida perusa irukku</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413</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Content Too Large</a:t>
                      </a:r>
                    </a:p>
                  </a:txBody>
                  <a:tcPr marL="32232" marR="32232" marT="16116" marB="16116" anchor="ctr"/>
                </a:tc>
                <a:extLst>
                  <a:ext uri="{0D108BD9-81ED-4DB2-BD59-A6C34878D82A}">
                    <a16:rowId xmlns:a16="http://schemas.microsoft.com/office/drawing/2014/main" val="3620990243"/>
                  </a:ext>
                </a:extLst>
              </a:tr>
              <a:tr h="434848">
                <a:tc>
                  <a:txBody>
                    <a:bodyPr/>
                    <a:lstStyle/>
                    <a:p>
                      <a:pPr marL="0" algn="l" defTabSz="914400" rtl="0" eaLnBrk="1" latinLnBrk="0" hangingPunct="1">
                        <a:buNone/>
                      </a:pPr>
                      <a:r>
                        <a:rPr lang="en-US" sz="1600" kern="1200">
                          <a:solidFill>
                            <a:schemeClr val="dk1"/>
                          </a:solidFill>
                          <a:latin typeface="+mn-lt"/>
                          <a:ea typeface="+mn-ea"/>
                          <a:cs typeface="+mn-cs"/>
                        </a:rPr>
                        <a:t>API required Content-Length header-ai expect pannudhu; adhu missing</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411</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Length Required</a:t>
                      </a:r>
                    </a:p>
                  </a:txBody>
                  <a:tcPr marL="32232" marR="32232" marT="16116" marB="16116" anchor="ctr"/>
                </a:tc>
                <a:extLst>
                  <a:ext uri="{0D108BD9-81ED-4DB2-BD59-A6C34878D82A}">
                    <a16:rowId xmlns:a16="http://schemas.microsoft.com/office/drawing/2014/main" val="1955032229"/>
                  </a:ext>
                </a:extLst>
              </a:tr>
              <a:tr h="304394">
                <a:tc>
                  <a:txBody>
                    <a:bodyPr/>
                    <a:lstStyle/>
                    <a:p>
                      <a:pPr marL="0" algn="l" defTabSz="914400" rtl="0" eaLnBrk="1" latinLnBrk="0" hangingPunct="1">
                        <a:buNone/>
                      </a:pPr>
                      <a:r>
                        <a:rPr lang="en-US" sz="1600" kern="1200">
                          <a:solidFill>
                            <a:schemeClr val="dk1"/>
                          </a:solidFill>
                          <a:latin typeface="+mn-lt"/>
                          <a:ea typeface="+mn-ea"/>
                          <a:cs typeface="+mn-cs"/>
                        </a:rPr>
                        <a:t>Request-la invalid or missing precondition irukku</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412</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Precondition Failed</a:t>
                      </a:r>
                    </a:p>
                  </a:txBody>
                  <a:tcPr marL="32232" marR="32232" marT="16116" marB="16116" anchor="ctr"/>
                </a:tc>
                <a:extLst>
                  <a:ext uri="{0D108BD9-81ED-4DB2-BD59-A6C34878D82A}">
                    <a16:rowId xmlns:a16="http://schemas.microsoft.com/office/drawing/2014/main" val="2297506952"/>
                  </a:ext>
                </a:extLst>
              </a:tr>
              <a:tr h="173940">
                <a:tc>
                  <a:txBody>
                    <a:bodyPr/>
                    <a:lstStyle/>
                    <a:p>
                      <a:pPr marL="0" algn="l" defTabSz="914400" rtl="0" eaLnBrk="1" latinLnBrk="0" hangingPunct="1">
                        <a:buNone/>
                      </a:pPr>
                      <a:r>
                        <a:rPr lang="en-US" sz="1600" kern="1200">
                          <a:solidFill>
                            <a:schemeClr val="dk1"/>
                          </a:solidFill>
                          <a:latin typeface="+mn-lt"/>
                          <a:ea typeface="+mn-ea"/>
                          <a:cs typeface="+mn-cs"/>
                        </a:rPr>
                        <a:t>API rate limit exceed aagiduchu</a:t>
                      </a:r>
                    </a:p>
                  </a:txBody>
                  <a:tcPr marL="32232" marR="32232" marT="16116" marB="16116" anchor="ctr"/>
                </a:tc>
                <a:tc>
                  <a:txBody>
                    <a:bodyPr/>
                    <a:lstStyle/>
                    <a:p>
                      <a:pPr marL="0" algn="l" defTabSz="914400" rtl="0" eaLnBrk="1" latinLnBrk="0" hangingPunct="1">
                        <a:buNone/>
                      </a:pPr>
                      <a:r>
                        <a:rPr lang="en-US" sz="1600" kern="1200">
                          <a:solidFill>
                            <a:schemeClr val="dk1"/>
                          </a:solidFill>
                          <a:latin typeface="+mn-lt"/>
                          <a:ea typeface="+mn-ea"/>
                          <a:cs typeface="+mn-cs"/>
                        </a:rPr>
                        <a:t>429</a:t>
                      </a:r>
                    </a:p>
                  </a:txBody>
                  <a:tcPr marL="32232" marR="32232" marT="16116" marB="16116" anchor="ctr"/>
                </a:tc>
                <a:tc>
                  <a:txBody>
                    <a:bodyPr/>
                    <a:lstStyle/>
                    <a:p>
                      <a:pPr marL="0" algn="l" defTabSz="914400" rtl="0" eaLnBrk="1" latinLnBrk="0" hangingPunct="1">
                        <a:buNone/>
                      </a:pPr>
                      <a:r>
                        <a:rPr lang="en-US" sz="1600" kern="1200" dirty="0">
                          <a:solidFill>
                            <a:schemeClr val="dk1"/>
                          </a:solidFill>
                          <a:latin typeface="+mn-lt"/>
                          <a:ea typeface="+mn-ea"/>
                          <a:cs typeface="+mn-cs"/>
                        </a:rPr>
                        <a:t>Too Many Requests</a:t>
                      </a:r>
                    </a:p>
                  </a:txBody>
                  <a:tcPr marL="32232" marR="32232" marT="16116" marB="16116" anchor="ctr"/>
                </a:tc>
                <a:extLst>
                  <a:ext uri="{0D108BD9-81ED-4DB2-BD59-A6C34878D82A}">
                    <a16:rowId xmlns:a16="http://schemas.microsoft.com/office/drawing/2014/main" val="1972600075"/>
                  </a:ext>
                </a:extLst>
              </a:tr>
            </a:tbl>
          </a:graphicData>
        </a:graphic>
      </p:graphicFrame>
      <p:sp>
        <p:nvSpPr>
          <p:cNvPr id="14" name="TextBox 13">
            <a:extLst>
              <a:ext uri="{FF2B5EF4-FFF2-40B4-BE49-F238E27FC236}">
                <a16:creationId xmlns:a16="http://schemas.microsoft.com/office/drawing/2014/main" id="{C21ABF79-350B-46E8-A808-FED9D5E5C49C}"/>
              </a:ext>
            </a:extLst>
          </p:cNvPr>
          <p:cNvSpPr txBox="1"/>
          <p:nvPr/>
        </p:nvSpPr>
        <p:spPr>
          <a:xfrm>
            <a:off x="-32004" y="27432"/>
            <a:ext cx="6094476" cy="369332"/>
          </a:xfrm>
          <a:prstGeom prst="rect">
            <a:avLst/>
          </a:prstGeom>
          <a:noFill/>
        </p:spPr>
        <p:txBody>
          <a:bodyPr wrap="square">
            <a:spAutoFit/>
          </a:bodyPr>
          <a:lstStyle/>
          <a:p>
            <a:pPr>
              <a:buNone/>
            </a:pPr>
            <a:r>
              <a:rPr lang="en-US" b="1" dirty="0"/>
              <a:t>1. Client errors (4xx)</a:t>
            </a:r>
          </a:p>
        </p:txBody>
      </p:sp>
      <p:pic>
        <p:nvPicPr>
          <p:cNvPr id="4" name="Picture 3">
            <a:extLst>
              <a:ext uri="{FF2B5EF4-FFF2-40B4-BE49-F238E27FC236}">
                <a16:creationId xmlns:a16="http://schemas.microsoft.com/office/drawing/2014/main" id="{6DB07789-0EB6-FCFD-CFB5-5BDC586E658A}"/>
              </a:ext>
            </a:extLst>
          </p:cNvPr>
          <p:cNvPicPr>
            <a:picLocks noChangeAspect="1"/>
          </p:cNvPicPr>
          <p:nvPr/>
        </p:nvPicPr>
        <p:blipFill>
          <a:blip r:embed="rId2"/>
          <a:stretch>
            <a:fillRect/>
          </a:stretch>
        </p:blipFill>
        <p:spPr>
          <a:xfrm>
            <a:off x="6413609" y="960120"/>
            <a:ext cx="7523331" cy="2286000"/>
          </a:xfrm>
          <a:prstGeom prst="rect">
            <a:avLst/>
          </a:prstGeom>
        </p:spPr>
      </p:pic>
    </p:spTree>
    <p:extLst>
      <p:ext uri="{BB962C8B-B14F-4D97-AF65-F5344CB8AC3E}">
        <p14:creationId xmlns:p14="http://schemas.microsoft.com/office/powerpoint/2010/main" val="31833881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6856B60-3155-4C8C-603A-5D0676677BF6}"/>
              </a:ext>
            </a:extLst>
          </p:cNvPr>
          <p:cNvGraphicFramePr>
            <a:graphicFrameLocks noGrp="1"/>
          </p:cNvGraphicFramePr>
          <p:nvPr>
            <p:extLst>
              <p:ext uri="{D42A27DB-BD31-4B8C-83A1-F6EECF244321}">
                <p14:modId xmlns:p14="http://schemas.microsoft.com/office/powerpoint/2010/main" val="1792886245"/>
              </p:ext>
            </p:extLst>
          </p:nvPr>
        </p:nvGraphicFramePr>
        <p:xfrm>
          <a:off x="890793" y="1084962"/>
          <a:ext cx="10008078" cy="4351336"/>
        </p:xfrm>
        <a:graphic>
          <a:graphicData uri="http://schemas.openxmlformats.org/drawingml/2006/table">
            <a:tbl>
              <a:tblPr>
                <a:tableStyleId>{5C22544A-7EE6-4342-B048-85BDC9FD1C3A}</a:tableStyleId>
              </a:tblPr>
              <a:tblGrid>
                <a:gridCol w="3336026">
                  <a:extLst>
                    <a:ext uri="{9D8B030D-6E8A-4147-A177-3AD203B41FA5}">
                      <a16:colId xmlns:a16="http://schemas.microsoft.com/office/drawing/2014/main" val="1530366747"/>
                    </a:ext>
                  </a:extLst>
                </a:gridCol>
                <a:gridCol w="3336026">
                  <a:extLst>
                    <a:ext uri="{9D8B030D-6E8A-4147-A177-3AD203B41FA5}">
                      <a16:colId xmlns:a16="http://schemas.microsoft.com/office/drawing/2014/main" val="1915274327"/>
                    </a:ext>
                  </a:extLst>
                </a:gridCol>
                <a:gridCol w="3336026">
                  <a:extLst>
                    <a:ext uri="{9D8B030D-6E8A-4147-A177-3AD203B41FA5}">
                      <a16:colId xmlns:a16="http://schemas.microsoft.com/office/drawing/2014/main" val="1797355141"/>
                    </a:ext>
                  </a:extLst>
                </a:gridCol>
              </a:tblGrid>
              <a:tr h="348107">
                <a:tc>
                  <a:txBody>
                    <a:bodyPr/>
                    <a:lstStyle/>
                    <a:p>
                      <a:pPr>
                        <a:buNone/>
                      </a:pPr>
                      <a:r>
                        <a:rPr lang="en-US" sz="1700" dirty="0"/>
                        <a:t>Scenario </a:t>
                      </a:r>
                    </a:p>
                  </a:txBody>
                  <a:tcPr marL="87027" marR="87027" marT="43513" marB="43513" anchor="ctr"/>
                </a:tc>
                <a:tc>
                  <a:txBody>
                    <a:bodyPr/>
                    <a:lstStyle/>
                    <a:p>
                      <a:pPr>
                        <a:buNone/>
                      </a:pPr>
                      <a:r>
                        <a:rPr lang="en-US" sz="1700"/>
                        <a:t>Status code</a:t>
                      </a:r>
                    </a:p>
                  </a:txBody>
                  <a:tcPr marL="87027" marR="87027" marT="43513" marB="43513" anchor="ctr"/>
                </a:tc>
                <a:tc>
                  <a:txBody>
                    <a:bodyPr/>
                    <a:lstStyle/>
                    <a:p>
                      <a:pPr>
                        <a:buNone/>
                      </a:pPr>
                      <a:r>
                        <a:rPr lang="en-US" sz="1700"/>
                        <a:t>Meaning</a:t>
                      </a:r>
                    </a:p>
                  </a:txBody>
                  <a:tcPr marL="87027" marR="87027" marT="43513" marB="43513" anchor="ctr"/>
                </a:tc>
                <a:extLst>
                  <a:ext uri="{0D108BD9-81ED-4DB2-BD59-A6C34878D82A}">
                    <a16:rowId xmlns:a16="http://schemas.microsoft.com/office/drawing/2014/main" val="4095704666"/>
                  </a:ext>
                </a:extLst>
              </a:tr>
              <a:tr h="348107">
                <a:tc>
                  <a:txBody>
                    <a:bodyPr/>
                    <a:lstStyle/>
                    <a:p>
                      <a:pPr>
                        <a:buNone/>
                      </a:pPr>
                      <a:r>
                        <a:rPr lang="en-US" sz="1700"/>
                        <a:t>Server-la unexpected exception</a:t>
                      </a:r>
                    </a:p>
                  </a:txBody>
                  <a:tcPr marL="87027" marR="87027" marT="43513" marB="43513" anchor="ctr"/>
                </a:tc>
                <a:tc>
                  <a:txBody>
                    <a:bodyPr/>
                    <a:lstStyle/>
                    <a:p>
                      <a:pPr>
                        <a:buNone/>
                      </a:pPr>
                      <a:r>
                        <a:rPr lang="en-US" sz="1700"/>
                        <a:t>500</a:t>
                      </a:r>
                    </a:p>
                  </a:txBody>
                  <a:tcPr marL="87027" marR="87027" marT="43513" marB="43513" anchor="ctr"/>
                </a:tc>
                <a:tc>
                  <a:txBody>
                    <a:bodyPr/>
                    <a:lstStyle/>
                    <a:p>
                      <a:pPr>
                        <a:buNone/>
                      </a:pPr>
                      <a:r>
                        <a:rPr lang="en-US" sz="1700"/>
                        <a:t>Internal Server Error</a:t>
                      </a:r>
                    </a:p>
                  </a:txBody>
                  <a:tcPr marL="87027" marR="87027" marT="43513" marB="43513" anchor="ctr"/>
                </a:tc>
                <a:extLst>
                  <a:ext uri="{0D108BD9-81ED-4DB2-BD59-A6C34878D82A}">
                    <a16:rowId xmlns:a16="http://schemas.microsoft.com/office/drawing/2014/main" val="2754716818"/>
                  </a:ext>
                </a:extLst>
              </a:tr>
              <a:tr h="609187">
                <a:tc>
                  <a:txBody>
                    <a:bodyPr/>
                    <a:lstStyle/>
                    <a:p>
                      <a:pPr>
                        <a:buNone/>
                      </a:pPr>
                      <a:r>
                        <a:rPr lang="en-US" sz="1700"/>
                        <a:t>API gateway-ku backend server invalid response kudukkudhu</a:t>
                      </a:r>
                    </a:p>
                  </a:txBody>
                  <a:tcPr marL="87027" marR="87027" marT="43513" marB="43513" anchor="ctr"/>
                </a:tc>
                <a:tc>
                  <a:txBody>
                    <a:bodyPr/>
                    <a:lstStyle/>
                    <a:p>
                      <a:pPr>
                        <a:buNone/>
                      </a:pPr>
                      <a:r>
                        <a:rPr lang="en-US" sz="1700"/>
                        <a:t>502</a:t>
                      </a:r>
                    </a:p>
                  </a:txBody>
                  <a:tcPr marL="87027" marR="87027" marT="43513" marB="43513" anchor="ctr"/>
                </a:tc>
                <a:tc>
                  <a:txBody>
                    <a:bodyPr/>
                    <a:lstStyle/>
                    <a:p>
                      <a:pPr>
                        <a:buNone/>
                      </a:pPr>
                      <a:r>
                        <a:rPr lang="en-US" sz="1700"/>
                        <a:t>Bad Gateway</a:t>
                      </a:r>
                    </a:p>
                  </a:txBody>
                  <a:tcPr marL="87027" marR="87027" marT="43513" marB="43513" anchor="ctr"/>
                </a:tc>
                <a:extLst>
                  <a:ext uri="{0D108BD9-81ED-4DB2-BD59-A6C34878D82A}">
                    <a16:rowId xmlns:a16="http://schemas.microsoft.com/office/drawing/2014/main" val="3153723311"/>
                  </a:ext>
                </a:extLst>
              </a:tr>
              <a:tr h="609187">
                <a:tc>
                  <a:txBody>
                    <a:bodyPr/>
                    <a:lstStyle/>
                    <a:p>
                      <a:pPr>
                        <a:buNone/>
                      </a:pPr>
                      <a:r>
                        <a:rPr lang="en-US" sz="1700"/>
                        <a:t>Server maintenance-la irukku or temporary overload</a:t>
                      </a:r>
                    </a:p>
                  </a:txBody>
                  <a:tcPr marL="87027" marR="87027" marT="43513" marB="43513" anchor="ctr"/>
                </a:tc>
                <a:tc>
                  <a:txBody>
                    <a:bodyPr/>
                    <a:lstStyle/>
                    <a:p>
                      <a:pPr>
                        <a:buNone/>
                      </a:pPr>
                      <a:r>
                        <a:rPr lang="en-US" sz="1700"/>
                        <a:t>503</a:t>
                      </a:r>
                    </a:p>
                  </a:txBody>
                  <a:tcPr marL="87027" marR="87027" marT="43513" marB="43513" anchor="ctr"/>
                </a:tc>
                <a:tc>
                  <a:txBody>
                    <a:bodyPr/>
                    <a:lstStyle/>
                    <a:p>
                      <a:pPr>
                        <a:buNone/>
                      </a:pPr>
                      <a:r>
                        <a:rPr lang="en-US" sz="1700"/>
                        <a:t>Service Unavailable</a:t>
                      </a:r>
                    </a:p>
                  </a:txBody>
                  <a:tcPr marL="87027" marR="87027" marT="43513" marB="43513" anchor="ctr"/>
                </a:tc>
                <a:extLst>
                  <a:ext uri="{0D108BD9-81ED-4DB2-BD59-A6C34878D82A}">
                    <a16:rowId xmlns:a16="http://schemas.microsoft.com/office/drawing/2014/main" val="2884055192"/>
                  </a:ext>
                </a:extLst>
              </a:tr>
              <a:tr h="609187">
                <a:tc>
                  <a:txBody>
                    <a:bodyPr/>
                    <a:lstStyle/>
                    <a:p>
                      <a:pPr>
                        <a:buNone/>
                      </a:pPr>
                      <a:r>
                        <a:rPr lang="en-US" sz="1700"/>
                        <a:t>Backend response-kaga gateway wait pannitu timeout aagudhu</a:t>
                      </a:r>
                    </a:p>
                  </a:txBody>
                  <a:tcPr marL="87027" marR="87027" marT="43513" marB="43513" anchor="ctr"/>
                </a:tc>
                <a:tc>
                  <a:txBody>
                    <a:bodyPr/>
                    <a:lstStyle/>
                    <a:p>
                      <a:pPr>
                        <a:buNone/>
                      </a:pPr>
                      <a:r>
                        <a:rPr lang="en-US" sz="1700"/>
                        <a:t>504</a:t>
                      </a:r>
                    </a:p>
                  </a:txBody>
                  <a:tcPr marL="87027" marR="87027" marT="43513" marB="43513" anchor="ctr"/>
                </a:tc>
                <a:tc>
                  <a:txBody>
                    <a:bodyPr/>
                    <a:lstStyle/>
                    <a:p>
                      <a:pPr>
                        <a:buNone/>
                      </a:pPr>
                      <a:r>
                        <a:rPr lang="en-US" sz="1700"/>
                        <a:t>Gateway Timeout</a:t>
                      </a:r>
                    </a:p>
                  </a:txBody>
                  <a:tcPr marL="87027" marR="87027" marT="43513" marB="43513" anchor="ctr"/>
                </a:tc>
                <a:extLst>
                  <a:ext uri="{0D108BD9-81ED-4DB2-BD59-A6C34878D82A}">
                    <a16:rowId xmlns:a16="http://schemas.microsoft.com/office/drawing/2014/main" val="586392274"/>
                  </a:ext>
                </a:extLst>
              </a:tr>
              <a:tr h="609187">
                <a:tc>
                  <a:txBody>
                    <a:bodyPr/>
                    <a:lstStyle/>
                    <a:p>
                      <a:pPr>
                        <a:buNone/>
                      </a:pPr>
                      <a:r>
                        <a:rPr lang="en-US" sz="1700"/>
                        <a:t>Server requested functionality implement pannala</a:t>
                      </a:r>
                    </a:p>
                  </a:txBody>
                  <a:tcPr marL="87027" marR="87027" marT="43513" marB="43513" anchor="ctr"/>
                </a:tc>
                <a:tc>
                  <a:txBody>
                    <a:bodyPr/>
                    <a:lstStyle/>
                    <a:p>
                      <a:pPr>
                        <a:buNone/>
                      </a:pPr>
                      <a:r>
                        <a:rPr lang="en-US" sz="1700"/>
                        <a:t>501</a:t>
                      </a:r>
                    </a:p>
                  </a:txBody>
                  <a:tcPr marL="87027" marR="87027" marT="43513" marB="43513" anchor="ctr"/>
                </a:tc>
                <a:tc>
                  <a:txBody>
                    <a:bodyPr/>
                    <a:lstStyle/>
                    <a:p>
                      <a:pPr>
                        <a:buNone/>
                      </a:pPr>
                      <a:r>
                        <a:rPr lang="en-US" sz="1700"/>
                        <a:t>Not Implemented</a:t>
                      </a:r>
                    </a:p>
                  </a:txBody>
                  <a:tcPr marL="87027" marR="87027" marT="43513" marB="43513" anchor="ctr"/>
                </a:tc>
                <a:extLst>
                  <a:ext uri="{0D108BD9-81ED-4DB2-BD59-A6C34878D82A}">
                    <a16:rowId xmlns:a16="http://schemas.microsoft.com/office/drawing/2014/main" val="3316506922"/>
                  </a:ext>
                </a:extLst>
              </a:tr>
              <a:tr h="609187">
                <a:tc>
                  <a:txBody>
                    <a:bodyPr/>
                    <a:lstStyle/>
                    <a:p>
                      <a:pPr>
                        <a:buNone/>
                      </a:pPr>
                      <a:r>
                        <a:rPr lang="en-US" sz="1700"/>
                        <a:t>Server supported HTTP version-ai accept panna mudiyala</a:t>
                      </a:r>
                    </a:p>
                  </a:txBody>
                  <a:tcPr marL="87027" marR="87027" marT="43513" marB="43513" anchor="ctr"/>
                </a:tc>
                <a:tc>
                  <a:txBody>
                    <a:bodyPr/>
                    <a:lstStyle/>
                    <a:p>
                      <a:pPr>
                        <a:buNone/>
                      </a:pPr>
                      <a:r>
                        <a:rPr lang="en-US" sz="1700"/>
                        <a:t>505</a:t>
                      </a:r>
                    </a:p>
                  </a:txBody>
                  <a:tcPr marL="87027" marR="87027" marT="43513" marB="43513" anchor="ctr"/>
                </a:tc>
                <a:tc>
                  <a:txBody>
                    <a:bodyPr/>
                    <a:lstStyle/>
                    <a:p>
                      <a:pPr>
                        <a:buNone/>
                      </a:pPr>
                      <a:r>
                        <a:rPr lang="en-US" sz="1700"/>
                        <a:t>HTTP Version Not Supported</a:t>
                      </a:r>
                    </a:p>
                  </a:txBody>
                  <a:tcPr marL="87027" marR="87027" marT="43513" marB="43513" anchor="ctr"/>
                </a:tc>
                <a:extLst>
                  <a:ext uri="{0D108BD9-81ED-4DB2-BD59-A6C34878D82A}">
                    <a16:rowId xmlns:a16="http://schemas.microsoft.com/office/drawing/2014/main" val="2638601248"/>
                  </a:ext>
                </a:extLst>
              </a:tr>
              <a:tr h="609187">
                <a:tc>
                  <a:txBody>
                    <a:bodyPr/>
                    <a:lstStyle/>
                    <a:p>
                      <a:pPr>
                        <a:buNone/>
                      </a:pPr>
                      <a:r>
                        <a:rPr lang="en-US" sz="1700"/>
                        <a:t>Server storage full; request process panna mudiyala</a:t>
                      </a:r>
                    </a:p>
                  </a:txBody>
                  <a:tcPr marL="87027" marR="87027" marT="43513" marB="43513" anchor="ctr"/>
                </a:tc>
                <a:tc>
                  <a:txBody>
                    <a:bodyPr/>
                    <a:lstStyle/>
                    <a:p>
                      <a:pPr>
                        <a:buNone/>
                      </a:pPr>
                      <a:r>
                        <a:rPr lang="en-US" sz="1700"/>
                        <a:t>507</a:t>
                      </a:r>
                    </a:p>
                  </a:txBody>
                  <a:tcPr marL="87027" marR="87027" marT="43513" marB="43513" anchor="ctr"/>
                </a:tc>
                <a:tc>
                  <a:txBody>
                    <a:bodyPr/>
                    <a:lstStyle/>
                    <a:p>
                      <a:pPr>
                        <a:buNone/>
                      </a:pPr>
                      <a:r>
                        <a:rPr lang="en-US" sz="1700" dirty="0"/>
                        <a:t>Insufficient Storage</a:t>
                      </a:r>
                    </a:p>
                  </a:txBody>
                  <a:tcPr marL="87027" marR="87027" marT="43513" marB="43513" anchor="ctr"/>
                </a:tc>
                <a:extLst>
                  <a:ext uri="{0D108BD9-81ED-4DB2-BD59-A6C34878D82A}">
                    <a16:rowId xmlns:a16="http://schemas.microsoft.com/office/drawing/2014/main" val="1520919303"/>
                  </a:ext>
                </a:extLst>
              </a:tr>
            </a:tbl>
          </a:graphicData>
        </a:graphic>
      </p:graphicFrame>
      <p:sp>
        <p:nvSpPr>
          <p:cNvPr id="4" name="TextBox 3">
            <a:extLst>
              <a:ext uri="{FF2B5EF4-FFF2-40B4-BE49-F238E27FC236}">
                <a16:creationId xmlns:a16="http://schemas.microsoft.com/office/drawing/2014/main" id="{74BB4FE1-D5F6-ED11-BBCA-14BFC9638AF4}"/>
              </a:ext>
            </a:extLst>
          </p:cNvPr>
          <p:cNvSpPr txBox="1"/>
          <p:nvPr/>
        </p:nvSpPr>
        <p:spPr>
          <a:xfrm>
            <a:off x="890793" y="0"/>
            <a:ext cx="6094476" cy="369332"/>
          </a:xfrm>
          <a:prstGeom prst="rect">
            <a:avLst/>
          </a:prstGeom>
          <a:noFill/>
        </p:spPr>
        <p:txBody>
          <a:bodyPr wrap="square">
            <a:spAutoFit/>
          </a:bodyPr>
          <a:lstStyle/>
          <a:p>
            <a:pPr>
              <a:buNone/>
            </a:pPr>
            <a:r>
              <a:rPr lang="en-US" b="1" dirty="0"/>
              <a:t>2. Server errors (5xx)</a:t>
            </a:r>
          </a:p>
        </p:txBody>
      </p:sp>
    </p:spTree>
    <p:extLst>
      <p:ext uri="{BB962C8B-B14F-4D97-AF65-F5344CB8AC3E}">
        <p14:creationId xmlns:p14="http://schemas.microsoft.com/office/powerpoint/2010/main" val="23495311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DF67439-919E-C2F9-19A7-CB46D0207604}"/>
              </a:ext>
            </a:extLst>
          </p:cNvPr>
          <p:cNvGraphicFramePr>
            <a:graphicFrameLocks noGrp="1"/>
          </p:cNvGraphicFramePr>
          <p:nvPr>
            <p:extLst>
              <p:ext uri="{D42A27DB-BD31-4B8C-83A1-F6EECF244321}">
                <p14:modId xmlns:p14="http://schemas.microsoft.com/office/powerpoint/2010/main" val="3613371220"/>
              </p:ext>
            </p:extLst>
          </p:nvPr>
        </p:nvGraphicFramePr>
        <p:xfrm>
          <a:off x="947928" y="1258094"/>
          <a:ext cx="10515600" cy="356616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807107604"/>
                    </a:ext>
                  </a:extLst>
                </a:gridCol>
                <a:gridCol w="3505200">
                  <a:extLst>
                    <a:ext uri="{9D8B030D-6E8A-4147-A177-3AD203B41FA5}">
                      <a16:colId xmlns:a16="http://schemas.microsoft.com/office/drawing/2014/main" val="3179526261"/>
                    </a:ext>
                  </a:extLst>
                </a:gridCol>
                <a:gridCol w="3505200">
                  <a:extLst>
                    <a:ext uri="{9D8B030D-6E8A-4147-A177-3AD203B41FA5}">
                      <a16:colId xmlns:a16="http://schemas.microsoft.com/office/drawing/2014/main" val="3122322166"/>
                    </a:ext>
                  </a:extLst>
                </a:gridCol>
              </a:tblGrid>
              <a:tr h="0">
                <a:tc>
                  <a:txBody>
                    <a:bodyPr/>
                    <a:lstStyle/>
                    <a:p>
                      <a:pPr>
                        <a:buNone/>
                      </a:pPr>
                      <a:r>
                        <a:rPr lang="en-US" dirty="0"/>
                        <a:t>Scenario </a:t>
                      </a:r>
                    </a:p>
                  </a:txBody>
                  <a:tcPr anchor="ctr"/>
                </a:tc>
                <a:tc>
                  <a:txBody>
                    <a:bodyPr/>
                    <a:lstStyle/>
                    <a:p>
                      <a:pPr>
                        <a:buNone/>
                      </a:pPr>
                      <a:r>
                        <a:rPr lang="en-US"/>
                        <a:t>Status code</a:t>
                      </a:r>
                    </a:p>
                  </a:txBody>
                  <a:tcPr anchor="ctr"/>
                </a:tc>
                <a:tc>
                  <a:txBody>
                    <a:bodyPr/>
                    <a:lstStyle/>
                    <a:p>
                      <a:pPr>
                        <a:buNone/>
                      </a:pPr>
                      <a:r>
                        <a:rPr lang="en-US"/>
                        <a:t>Meaning</a:t>
                      </a:r>
                    </a:p>
                  </a:txBody>
                  <a:tcPr anchor="ctr"/>
                </a:tc>
                <a:extLst>
                  <a:ext uri="{0D108BD9-81ED-4DB2-BD59-A6C34878D82A}">
                    <a16:rowId xmlns:a16="http://schemas.microsoft.com/office/drawing/2014/main" val="931296466"/>
                  </a:ext>
                </a:extLst>
              </a:tr>
              <a:tr h="0">
                <a:tc>
                  <a:txBody>
                    <a:bodyPr/>
                    <a:lstStyle/>
                    <a:p>
                      <a:pPr>
                        <a:buNone/>
                      </a:pPr>
                      <a:r>
                        <a:rPr lang="en-US"/>
                        <a:t>Booking details successfully retrieve panreenga</a:t>
                      </a:r>
                    </a:p>
                  </a:txBody>
                  <a:tcPr anchor="ctr"/>
                </a:tc>
                <a:tc>
                  <a:txBody>
                    <a:bodyPr/>
                    <a:lstStyle/>
                    <a:p>
                      <a:pPr>
                        <a:buNone/>
                      </a:pPr>
                      <a:r>
                        <a:rPr lang="en-US"/>
                        <a:t>200</a:t>
                      </a:r>
                    </a:p>
                  </a:txBody>
                  <a:tcPr anchor="ctr"/>
                </a:tc>
                <a:tc>
                  <a:txBody>
                    <a:bodyPr/>
                    <a:lstStyle/>
                    <a:p>
                      <a:pPr>
                        <a:buNone/>
                      </a:pPr>
                      <a:r>
                        <a:rPr lang="en-US"/>
                        <a:t>OK</a:t>
                      </a:r>
                    </a:p>
                  </a:txBody>
                  <a:tcPr anchor="ctr"/>
                </a:tc>
                <a:extLst>
                  <a:ext uri="{0D108BD9-81ED-4DB2-BD59-A6C34878D82A}">
                    <a16:rowId xmlns:a16="http://schemas.microsoft.com/office/drawing/2014/main" val="3221299512"/>
                  </a:ext>
                </a:extLst>
              </a:tr>
              <a:tr h="0">
                <a:tc>
                  <a:txBody>
                    <a:bodyPr/>
                    <a:lstStyle/>
                    <a:p>
                      <a:pPr>
                        <a:buNone/>
                      </a:pPr>
                      <a:r>
                        <a:rPr lang="en-US"/>
                        <a:t>Pudhu booking create panreenga</a:t>
                      </a:r>
                    </a:p>
                  </a:txBody>
                  <a:tcPr anchor="ctr"/>
                </a:tc>
                <a:tc>
                  <a:txBody>
                    <a:bodyPr/>
                    <a:lstStyle/>
                    <a:p>
                      <a:pPr>
                        <a:buNone/>
                      </a:pPr>
                      <a:r>
                        <a:rPr lang="en-US"/>
                        <a:t>201</a:t>
                      </a:r>
                    </a:p>
                  </a:txBody>
                  <a:tcPr anchor="ctr"/>
                </a:tc>
                <a:tc>
                  <a:txBody>
                    <a:bodyPr/>
                    <a:lstStyle/>
                    <a:p>
                      <a:pPr>
                        <a:buNone/>
                      </a:pPr>
                      <a:r>
                        <a:rPr lang="en-US"/>
                        <a:t>Created</a:t>
                      </a:r>
                    </a:p>
                  </a:txBody>
                  <a:tcPr anchor="ctr"/>
                </a:tc>
                <a:extLst>
                  <a:ext uri="{0D108BD9-81ED-4DB2-BD59-A6C34878D82A}">
                    <a16:rowId xmlns:a16="http://schemas.microsoft.com/office/drawing/2014/main" val="2279407196"/>
                  </a:ext>
                </a:extLst>
              </a:tr>
              <a:tr h="0">
                <a:tc>
                  <a:txBody>
                    <a:bodyPr/>
                    <a:lstStyle/>
                    <a:p>
                      <a:pPr>
                        <a:buNone/>
                      </a:pPr>
                      <a:r>
                        <a:rPr lang="en-US"/>
                        <a:t>Long-running request accept pannirukku; processing innum complete aagala</a:t>
                      </a:r>
                    </a:p>
                  </a:txBody>
                  <a:tcPr anchor="ctr"/>
                </a:tc>
                <a:tc>
                  <a:txBody>
                    <a:bodyPr/>
                    <a:lstStyle/>
                    <a:p>
                      <a:pPr>
                        <a:buNone/>
                      </a:pPr>
                      <a:r>
                        <a:rPr lang="en-US"/>
                        <a:t>202</a:t>
                      </a:r>
                    </a:p>
                  </a:txBody>
                  <a:tcPr anchor="ctr"/>
                </a:tc>
                <a:tc>
                  <a:txBody>
                    <a:bodyPr/>
                    <a:lstStyle/>
                    <a:p>
                      <a:pPr>
                        <a:buNone/>
                      </a:pPr>
                      <a:r>
                        <a:rPr lang="en-US"/>
                        <a:t>Accepted</a:t>
                      </a:r>
                    </a:p>
                  </a:txBody>
                  <a:tcPr anchor="ctr"/>
                </a:tc>
                <a:extLst>
                  <a:ext uri="{0D108BD9-81ED-4DB2-BD59-A6C34878D82A}">
                    <a16:rowId xmlns:a16="http://schemas.microsoft.com/office/drawing/2014/main" val="2998500375"/>
                  </a:ext>
                </a:extLst>
              </a:tr>
              <a:tr h="0">
                <a:tc>
                  <a:txBody>
                    <a:bodyPr/>
                    <a:lstStyle/>
                    <a:p>
                      <a:pPr>
                        <a:buNone/>
                      </a:pPr>
                      <a:r>
                        <a:rPr lang="en-US"/>
                        <a:t>Delete request successful; response body thevai illa</a:t>
                      </a:r>
                    </a:p>
                  </a:txBody>
                  <a:tcPr anchor="ctr"/>
                </a:tc>
                <a:tc>
                  <a:txBody>
                    <a:bodyPr/>
                    <a:lstStyle/>
                    <a:p>
                      <a:pPr>
                        <a:buNone/>
                      </a:pPr>
                      <a:r>
                        <a:rPr lang="en-US"/>
                        <a:t>204</a:t>
                      </a:r>
                    </a:p>
                  </a:txBody>
                  <a:tcPr anchor="ctr"/>
                </a:tc>
                <a:tc>
                  <a:txBody>
                    <a:bodyPr/>
                    <a:lstStyle/>
                    <a:p>
                      <a:pPr>
                        <a:buNone/>
                      </a:pPr>
                      <a:r>
                        <a:rPr lang="en-US"/>
                        <a:t>No Content</a:t>
                      </a:r>
                    </a:p>
                  </a:txBody>
                  <a:tcPr anchor="ctr"/>
                </a:tc>
                <a:extLst>
                  <a:ext uri="{0D108BD9-81ED-4DB2-BD59-A6C34878D82A}">
                    <a16:rowId xmlns:a16="http://schemas.microsoft.com/office/drawing/2014/main" val="893778541"/>
                  </a:ext>
                </a:extLst>
              </a:tr>
              <a:tr h="0">
                <a:tc>
                  <a:txBody>
                    <a:bodyPr/>
                    <a:lstStyle/>
                    <a:p>
                      <a:pPr>
                        <a:buNone/>
                      </a:pPr>
                      <a:r>
                        <a:rPr lang="en-US"/>
                        <a:t>File download-la specific byte range request panreenga</a:t>
                      </a:r>
                    </a:p>
                  </a:txBody>
                  <a:tcPr anchor="ctr"/>
                </a:tc>
                <a:tc>
                  <a:txBody>
                    <a:bodyPr/>
                    <a:lstStyle/>
                    <a:p>
                      <a:pPr>
                        <a:buNone/>
                      </a:pPr>
                      <a:r>
                        <a:rPr lang="en-US"/>
                        <a:t>206</a:t>
                      </a:r>
                    </a:p>
                  </a:txBody>
                  <a:tcPr anchor="ctr"/>
                </a:tc>
                <a:tc>
                  <a:txBody>
                    <a:bodyPr/>
                    <a:lstStyle/>
                    <a:p>
                      <a:pPr>
                        <a:buNone/>
                      </a:pPr>
                      <a:r>
                        <a:rPr lang="en-US" dirty="0"/>
                        <a:t>Partial Content</a:t>
                      </a:r>
                    </a:p>
                  </a:txBody>
                  <a:tcPr anchor="ctr"/>
                </a:tc>
                <a:extLst>
                  <a:ext uri="{0D108BD9-81ED-4DB2-BD59-A6C34878D82A}">
                    <a16:rowId xmlns:a16="http://schemas.microsoft.com/office/drawing/2014/main" val="2479596354"/>
                  </a:ext>
                </a:extLst>
              </a:tr>
            </a:tbl>
          </a:graphicData>
        </a:graphic>
      </p:graphicFrame>
      <p:sp>
        <p:nvSpPr>
          <p:cNvPr id="4" name="TextBox 3">
            <a:extLst>
              <a:ext uri="{FF2B5EF4-FFF2-40B4-BE49-F238E27FC236}">
                <a16:creationId xmlns:a16="http://schemas.microsoft.com/office/drawing/2014/main" id="{11C840BB-B9F0-357A-E867-AC0E83784576}"/>
              </a:ext>
            </a:extLst>
          </p:cNvPr>
          <p:cNvSpPr txBox="1"/>
          <p:nvPr/>
        </p:nvSpPr>
        <p:spPr>
          <a:xfrm>
            <a:off x="880110" y="144518"/>
            <a:ext cx="6094476" cy="369332"/>
          </a:xfrm>
          <a:prstGeom prst="rect">
            <a:avLst/>
          </a:prstGeom>
          <a:noFill/>
        </p:spPr>
        <p:txBody>
          <a:bodyPr wrap="square">
            <a:spAutoFit/>
          </a:bodyPr>
          <a:lstStyle/>
          <a:p>
            <a:pPr>
              <a:buNone/>
            </a:pPr>
            <a:r>
              <a:rPr lang="en-US" b="1" dirty="0"/>
              <a:t>3. Successful requests (2xx)</a:t>
            </a:r>
          </a:p>
        </p:txBody>
      </p:sp>
    </p:spTree>
    <p:extLst>
      <p:ext uri="{BB962C8B-B14F-4D97-AF65-F5344CB8AC3E}">
        <p14:creationId xmlns:p14="http://schemas.microsoft.com/office/powerpoint/2010/main" val="2226876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5B93887-E748-4FFF-E3F9-FDCE39DA8E9D}"/>
              </a:ext>
            </a:extLst>
          </p:cNvPr>
          <p:cNvGraphicFramePr>
            <a:graphicFrameLocks noGrp="1"/>
          </p:cNvGraphicFramePr>
          <p:nvPr>
            <p:extLst>
              <p:ext uri="{D42A27DB-BD31-4B8C-83A1-F6EECF244321}">
                <p14:modId xmlns:p14="http://schemas.microsoft.com/office/powerpoint/2010/main" val="2788409221"/>
              </p:ext>
            </p:extLst>
          </p:nvPr>
        </p:nvGraphicFramePr>
        <p:xfrm>
          <a:off x="838200" y="1898174"/>
          <a:ext cx="10515600" cy="420624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68732399"/>
                    </a:ext>
                  </a:extLst>
                </a:gridCol>
                <a:gridCol w="3505200">
                  <a:extLst>
                    <a:ext uri="{9D8B030D-6E8A-4147-A177-3AD203B41FA5}">
                      <a16:colId xmlns:a16="http://schemas.microsoft.com/office/drawing/2014/main" val="725771482"/>
                    </a:ext>
                  </a:extLst>
                </a:gridCol>
                <a:gridCol w="3505200">
                  <a:extLst>
                    <a:ext uri="{9D8B030D-6E8A-4147-A177-3AD203B41FA5}">
                      <a16:colId xmlns:a16="http://schemas.microsoft.com/office/drawing/2014/main" val="1917458545"/>
                    </a:ext>
                  </a:extLst>
                </a:gridCol>
              </a:tblGrid>
              <a:tr h="0">
                <a:tc>
                  <a:txBody>
                    <a:bodyPr/>
                    <a:lstStyle/>
                    <a:p>
                      <a:pPr>
                        <a:buNone/>
                      </a:pPr>
                      <a:r>
                        <a:rPr lang="en-US" dirty="0"/>
                        <a:t>Scenario </a:t>
                      </a:r>
                    </a:p>
                  </a:txBody>
                  <a:tcPr anchor="ctr"/>
                </a:tc>
                <a:tc>
                  <a:txBody>
                    <a:bodyPr/>
                    <a:lstStyle/>
                    <a:p>
                      <a:pPr>
                        <a:buNone/>
                      </a:pPr>
                      <a:r>
                        <a:rPr lang="en-US"/>
                        <a:t>Status code</a:t>
                      </a:r>
                    </a:p>
                  </a:txBody>
                  <a:tcPr anchor="ctr"/>
                </a:tc>
                <a:tc>
                  <a:txBody>
                    <a:bodyPr/>
                    <a:lstStyle/>
                    <a:p>
                      <a:pPr>
                        <a:buNone/>
                      </a:pPr>
                      <a:r>
                        <a:rPr lang="en-US"/>
                        <a:t>Meaning</a:t>
                      </a:r>
                    </a:p>
                  </a:txBody>
                  <a:tcPr anchor="ctr"/>
                </a:tc>
                <a:extLst>
                  <a:ext uri="{0D108BD9-81ED-4DB2-BD59-A6C34878D82A}">
                    <a16:rowId xmlns:a16="http://schemas.microsoft.com/office/drawing/2014/main" val="3310948530"/>
                  </a:ext>
                </a:extLst>
              </a:tr>
              <a:tr h="0">
                <a:tc>
                  <a:txBody>
                    <a:bodyPr/>
                    <a:lstStyle/>
                    <a:p>
                      <a:pPr>
                        <a:buNone/>
                      </a:pPr>
                      <a:r>
                        <a:rPr lang="en-US"/>
                        <a:t>Website permanently new URL-ku move aagiduchu</a:t>
                      </a:r>
                    </a:p>
                  </a:txBody>
                  <a:tcPr anchor="ctr"/>
                </a:tc>
                <a:tc>
                  <a:txBody>
                    <a:bodyPr/>
                    <a:lstStyle/>
                    <a:p>
                      <a:pPr>
                        <a:buNone/>
                      </a:pPr>
                      <a:r>
                        <a:rPr lang="en-US"/>
                        <a:t>301</a:t>
                      </a:r>
                    </a:p>
                  </a:txBody>
                  <a:tcPr anchor="ctr"/>
                </a:tc>
                <a:tc>
                  <a:txBody>
                    <a:bodyPr/>
                    <a:lstStyle/>
                    <a:p>
                      <a:pPr>
                        <a:buNone/>
                      </a:pPr>
                      <a:r>
                        <a:rPr lang="en-US"/>
                        <a:t>Moved Permanently</a:t>
                      </a:r>
                    </a:p>
                  </a:txBody>
                  <a:tcPr anchor="ctr"/>
                </a:tc>
                <a:extLst>
                  <a:ext uri="{0D108BD9-81ED-4DB2-BD59-A6C34878D82A}">
                    <a16:rowId xmlns:a16="http://schemas.microsoft.com/office/drawing/2014/main" val="2333670527"/>
                  </a:ext>
                </a:extLst>
              </a:tr>
              <a:tr h="0">
                <a:tc>
                  <a:txBody>
                    <a:bodyPr/>
                    <a:lstStyle/>
                    <a:p>
                      <a:pPr>
                        <a:buNone/>
                      </a:pPr>
                      <a:r>
                        <a:rPr lang="en-US"/>
                        <a:t>Temporary-ah vera URL-ku redirect panradhu</a:t>
                      </a:r>
                    </a:p>
                  </a:txBody>
                  <a:tcPr anchor="ctr"/>
                </a:tc>
                <a:tc>
                  <a:txBody>
                    <a:bodyPr/>
                    <a:lstStyle/>
                    <a:p>
                      <a:pPr>
                        <a:buNone/>
                      </a:pPr>
                      <a:r>
                        <a:rPr lang="en-US"/>
                        <a:t>302</a:t>
                      </a:r>
                    </a:p>
                  </a:txBody>
                  <a:tcPr anchor="ctr"/>
                </a:tc>
                <a:tc>
                  <a:txBody>
                    <a:bodyPr/>
                    <a:lstStyle/>
                    <a:p>
                      <a:pPr>
                        <a:buNone/>
                      </a:pPr>
                      <a:r>
                        <a:rPr lang="en-US"/>
                        <a:t>Found</a:t>
                      </a:r>
                    </a:p>
                  </a:txBody>
                  <a:tcPr anchor="ctr"/>
                </a:tc>
                <a:extLst>
                  <a:ext uri="{0D108BD9-81ED-4DB2-BD59-A6C34878D82A}">
                    <a16:rowId xmlns:a16="http://schemas.microsoft.com/office/drawing/2014/main" val="1713731636"/>
                  </a:ext>
                </a:extLst>
              </a:tr>
              <a:tr h="0">
                <a:tc>
                  <a:txBody>
                    <a:bodyPr/>
                    <a:lstStyle/>
                    <a:p>
                      <a:pPr>
                        <a:buNone/>
                      </a:pPr>
                      <a:r>
                        <a:rPr lang="en-US"/>
                        <a:t>POST mudinja piragu result page-ku redirect panradhu</a:t>
                      </a:r>
                    </a:p>
                  </a:txBody>
                  <a:tcPr anchor="ctr"/>
                </a:tc>
                <a:tc>
                  <a:txBody>
                    <a:bodyPr/>
                    <a:lstStyle/>
                    <a:p>
                      <a:pPr>
                        <a:buNone/>
                      </a:pPr>
                      <a:r>
                        <a:rPr lang="en-US"/>
                        <a:t>303</a:t>
                      </a:r>
                    </a:p>
                  </a:txBody>
                  <a:tcPr anchor="ctr"/>
                </a:tc>
                <a:tc>
                  <a:txBody>
                    <a:bodyPr/>
                    <a:lstStyle/>
                    <a:p>
                      <a:pPr>
                        <a:buNone/>
                      </a:pPr>
                      <a:r>
                        <a:rPr lang="en-US"/>
                        <a:t>See Other</a:t>
                      </a:r>
                    </a:p>
                  </a:txBody>
                  <a:tcPr anchor="ctr"/>
                </a:tc>
                <a:extLst>
                  <a:ext uri="{0D108BD9-81ED-4DB2-BD59-A6C34878D82A}">
                    <a16:rowId xmlns:a16="http://schemas.microsoft.com/office/drawing/2014/main" val="434173122"/>
                  </a:ext>
                </a:extLst>
              </a:tr>
              <a:tr h="0">
                <a:tc>
                  <a:txBody>
                    <a:bodyPr/>
                    <a:lstStyle/>
                    <a:p>
                      <a:pPr>
                        <a:buNone/>
                      </a:pPr>
                      <a:r>
                        <a:rPr lang="en-US"/>
                        <a:t>Temporary redirect; HTTP method preserve aagum</a:t>
                      </a:r>
                    </a:p>
                  </a:txBody>
                  <a:tcPr anchor="ctr"/>
                </a:tc>
                <a:tc>
                  <a:txBody>
                    <a:bodyPr/>
                    <a:lstStyle/>
                    <a:p>
                      <a:pPr>
                        <a:buNone/>
                      </a:pPr>
                      <a:r>
                        <a:rPr lang="en-US"/>
                        <a:t>307</a:t>
                      </a:r>
                    </a:p>
                  </a:txBody>
                  <a:tcPr anchor="ctr"/>
                </a:tc>
                <a:tc>
                  <a:txBody>
                    <a:bodyPr/>
                    <a:lstStyle/>
                    <a:p>
                      <a:pPr>
                        <a:buNone/>
                      </a:pPr>
                      <a:r>
                        <a:rPr lang="en-US"/>
                        <a:t>Temporary Redirect</a:t>
                      </a:r>
                    </a:p>
                  </a:txBody>
                  <a:tcPr anchor="ctr"/>
                </a:tc>
                <a:extLst>
                  <a:ext uri="{0D108BD9-81ED-4DB2-BD59-A6C34878D82A}">
                    <a16:rowId xmlns:a16="http://schemas.microsoft.com/office/drawing/2014/main" val="1382891589"/>
                  </a:ext>
                </a:extLst>
              </a:tr>
              <a:tr h="0">
                <a:tc>
                  <a:txBody>
                    <a:bodyPr/>
                    <a:lstStyle/>
                    <a:p>
                      <a:pPr>
                        <a:buNone/>
                      </a:pPr>
                      <a:r>
                        <a:rPr lang="en-US"/>
                        <a:t>Permanent redirect; HTTP method preserve aagum</a:t>
                      </a:r>
                    </a:p>
                  </a:txBody>
                  <a:tcPr anchor="ctr"/>
                </a:tc>
                <a:tc>
                  <a:txBody>
                    <a:bodyPr/>
                    <a:lstStyle/>
                    <a:p>
                      <a:pPr>
                        <a:buNone/>
                      </a:pPr>
                      <a:r>
                        <a:rPr lang="en-US"/>
                        <a:t>308</a:t>
                      </a:r>
                    </a:p>
                  </a:txBody>
                  <a:tcPr anchor="ctr"/>
                </a:tc>
                <a:tc>
                  <a:txBody>
                    <a:bodyPr/>
                    <a:lstStyle/>
                    <a:p>
                      <a:pPr>
                        <a:buNone/>
                      </a:pPr>
                      <a:r>
                        <a:rPr lang="en-US"/>
                        <a:t>Permanent Redirect</a:t>
                      </a:r>
                    </a:p>
                  </a:txBody>
                  <a:tcPr anchor="ctr"/>
                </a:tc>
                <a:extLst>
                  <a:ext uri="{0D108BD9-81ED-4DB2-BD59-A6C34878D82A}">
                    <a16:rowId xmlns:a16="http://schemas.microsoft.com/office/drawing/2014/main" val="3349579375"/>
                  </a:ext>
                </a:extLst>
              </a:tr>
              <a:tr h="0">
                <a:tc>
                  <a:txBody>
                    <a:bodyPr/>
                    <a:lstStyle/>
                    <a:p>
                      <a:pPr>
                        <a:buNone/>
                      </a:pPr>
                      <a:r>
                        <a:rPr lang="en-US"/>
                        <a:t>Browser cache-la irukkura resource unchanged</a:t>
                      </a:r>
                    </a:p>
                  </a:txBody>
                  <a:tcPr anchor="ctr"/>
                </a:tc>
                <a:tc>
                  <a:txBody>
                    <a:bodyPr/>
                    <a:lstStyle/>
                    <a:p>
                      <a:pPr>
                        <a:buNone/>
                      </a:pPr>
                      <a:r>
                        <a:rPr lang="en-US"/>
                        <a:t>304</a:t>
                      </a:r>
                    </a:p>
                  </a:txBody>
                  <a:tcPr anchor="ctr"/>
                </a:tc>
                <a:tc>
                  <a:txBody>
                    <a:bodyPr/>
                    <a:lstStyle/>
                    <a:p>
                      <a:pPr>
                        <a:buNone/>
                      </a:pPr>
                      <a:r>
                        <a:rPr lang="en-US" dirty="0"/>
                        <a:t>Not Modified</a:t>
                      </a:r>
                    </a:p>
                  </a:txBody>
                  <a:tcPr anchor="ctr"/>
                </a:tc>
                <a:extLst>
                  <a:ext uri="{0D108BD9-81ED-4DB2-BD59-A6C34878D82A}">
                    <a16:rowId xmlns:a16="http://schemas.microsoft.com/office/drawing/2014/main" val="3492562301"/>
                  </a:ext>
                </a:extLst>
              </a:tr>
            </a:tbl>
          </a:graphicData>
        </a:graphic>
      </p:graphicFrame>
      <p:sp>
        <p:nvSpPr>
          <p:cNvPr id="4" name="TextBox 3">
            <a:extLst>
              <a:ext uri="{FF2B5EF4-FFF2-40B4-BE49-F238E27FC236}">
                <a16:creationId xmlns:a16="http://schemas.microsoft.com/office/drawing/2014/main" id="{B30EA5AA-8FD6-4998-FA88-030B788126EA}"/>
              </a:ext>
            </a:extLst>
          </p:cNvPr>
          <p:cNvSpPr txBox="1"/>
          <p:nvPr/>
        </p:nvSpPr>
        <p:spPr>
          <a:xfrm>
            <a:off x="838200" y="144518"/>
            <a:ext cx="6094476" cy="369332"/>
          </a:xfrm>
          <a:prstGeom prst="rect">
            <a:avLst/>
          </a:prstGeom>
          <a:noFill/>
        </p:spPr>
        <p:txBody>
          <a:bodyPr wrap="square">
            <a:spAutoFit/>
          </a:bodyPr>
          <a:lstStyle/>
          <a:p>
            <a:pPr>
              <a:buNone/>
            </a:pPr>
            <a:r>
              <a:rPr lang="en-US" b="1" dirty="0"/>
              <a:t>4. Redirection (3xx)</a:t>
            </a:r>
          </a:p>
        </p:txBody>
      </p:sp>
    </p:spTree>
    <p:extLst>
      <p:ext uri="{BB962C8B-B14F-4D97-AF65-F5344CB8AC3E}">
        <p14:creationId xmlns:p14="http://schemas.microsoft.com/office/powerpoint/2010/main" val="7315646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758598-B50A-45D8-64E9-6E0285370C8E}"/>
              </a:ext>
            </a:extLst>
          </p:cNvPr>
          <p:cNvSpPr/>
          <p:nvPr/>
        </p:nvSpPr>
        <p:spPr>
          <a:xfrm>
            <a:off x="2532888" y="237744"/>
            <a:ext cx="5312664" cy="4480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Creating </a:t>
            </a:r>
            <a:r>
              <a:rPr lang="en-US" dirty="0" err="1"/>
              <a:t>api</a:t>
            </a:r>
            <a:r>
              <a:rPr lang="en-US" dirty="0"/>
              <a:t> folder and reusable methods</a:t>
            </a:r>
          </a:p>
        </p:txBody>
      </p:sp>
      <p:sp>
        <p:nvSpPr>
          <p:cNvPr id="3" name="Rectangle 2">
            <a:extLst>
              <a:ext uri="{FF2B5EF4-FFF2-40B4-BE49-F238E27FC236}">
                <a16:creationId xmlns:a16="http://schemas.microsoft.com/office/drawing/2014/main" id="{583B7271-A50F-659A-25A0-052983173175}"/>
              </a:ext>
            </a:extLst>
          </p:cNvPr>
          <p:cNvSpPr/>
          <p:nvPr/>
        </p:nvSpPr>
        <p:spPr>
          <a:xfrm>
            <a:off x="704088" y="1115568"/>
            <a:ext cx="9555480" cy="56327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200" dirty="0"/>
              <a:t>export class </a:t>
            </a:r>
            <a:r>
              <a:rPr lang="en-US" sz="1200" dirty="0" err="1"/>
              <a:t>ApiClient</a:t>
            </a:r>
            <a:r>
              <a:rPr lang="en-US" sz="1200" dirty="0"/>
              <a:t> {</a:t>
            </a:r>
          </a:p>
          <a:p>
            <a:r>
              <a:rPr lang="en-US" sz="1200" dirty="0"/>
              <a:t>  constructor(request, </a:t>
            </a:r>
            <a:r>
              <a:rPr lang="en-US" sz="1200" dirty="0" err="1"/>
              <a:t>baseURL</a:t>
            </a:r>
            <a:r>
              <a:rPr lang="en-US" sz="1200" dirty="0"/>
              <a:t>) {</a:t>
            </a:r>
          </a:p>
          <a:p>
            <a:r>
              <a:rPr lang="en-US" sz="1200" dirty="0"/>
              <a:t>    </a:t>
            </a:r>
            <a:r>
              <a:rPr lang="en-US" sz="1200" dirty="0" err="1"/>
              <a:t>this.request</a:t>
            </a:r>
            <a:r>
              <a:rPr lang="en-US" sz="1200" dirty="0"/>
              <a:t> = request;</a:t>
            </a:r>
          </a:p>
          <a:p>
            <a:r>
              <a:rPr lang="en-US" sz="1200" dirty="0"/>
              <a:t>    </a:t>
            </a:r>
            <a:r>
              <a:rPr lang="en-US" sz="1200" dirty="0" err="1"/>
              <a:t>this.baseURL</a:t>
            </a:r>
            <a:r>
              <a:rPr lang="en-US" sz="1200" dirty="0"/>
              <a:t> = </a:t>
            </a:r>
            <a:r>
              <a:rPr lang="en-US" sz="1200" dirty="0" err="1"/>
              <a:t>baseURL.replace</a:t>
            </a:r>
            <a:r>
              <a:rPr lang="en-US" sz="1200" dirty="0"/>
              <a:t>(/\/+$/, '');</a:t>
            </a:r>
          </a:p>
          <a:p>
            <a:r>
              <a:rPr lang="en-US" sz="1200" dirty="0"/>
              <a:t>  }</a:t>
            </a:r>
          </a:p>
          <a:p>
            <a:endParaRPr lang="en-US" sz="1200" dirty="0"/>
          </a:p>
          <a:p>
            <a:r>
              <a:rPr lang="en-US" sz="1200" dirty="0"/>
              <a:t>  </a:t>
            </a:r>
            <a:r>
              <a:rPr lang="en-US" sz="1200" dirty="0" err="1"/>
              <a:t>buildUrl</a:t>
            </a:r>
            <a:r>
              <a:rPr lang="en-US" sz="1200" dirty="0"/>
              <a:t>(path) {</a:t>
            </a:r>
          </a:p>
          <a:p>
            <a:r>
              <a:rPr lang="en-US" sz="1200" dirty="0"/>
              <a:t>    return `${</a:t>
            </a:r>
            <a:r>
              <a:rPr lang="en-US" sz="1200" dirty="0" err="1"/>
              <a:t>this.baseURL</a:t>
            </a:r>
            <a:r>
              <a:rPr lang="en-US" sz="1200" dirty="0"/>
              <a:t>}/${</a:t>
            </a:r>
            <a:r>
              <a:rPr lang="en-US" sz="1200" dirty="0" err="1"/>
              <a:t>path.replace</a:t>
            </a:r>
            <a:r>
              <a:rPr lang="en-US" sz="1200" dirty="0"/>
              <a:t>(/^\/+/, '')}`;</a:t>
            </a:r>
          </a:p>
          <a:p>
            <a:r>
              <a:rPr lang="en-US" sz="1200" dirty="0"/>
              <a:t>  }</a:t>
            </a:r>
          </a:p>
          <a:p>
            <a:endParaRPr lang="en-US" sz="1200" dirty="0"/>
          </a:p>
          <a:p>
            <a:r>
              <a:rPr lang="en-US" sz="1200" dirty="0"/>
              <a:t>  async get(path, options = {}) {</a:t>
            </a:r>
          </a:p>
          <a:p>
            <a:r>
              <a:rPr lang="en-US" sz="1200" dirty="0"/>
              <a:t>    return </a:t>
            </a:r>
            <a:r>
              <a:rPr lang="en-US" sz="1200" dirty="0" err="1"/>
              <a:t>this.request.get</a:t>
            </a:r>
            <a:r>
              <a:rPr lang="en-US" sz="1200" dirty="0"/>
              <a:t>(</a:t>
            </a:r>
            <a:r>
              <a:rPr lang="en-US" sz="1200" dirty="0" err="1"/>
              <a:t>this.buildUrl</a:t>
            </a:r>
            <a:r>
              <a:rPr lang="en-US" sz="1200" dirty="0"/>
              <a:t>(path), options);</a:t>
            </a:r>
          </a:p>
          <a:p>
            <a:r>
              <a:rPr lang="en-US" sz="1200" dirty="0"/>
              <a:t>  }</a:t>
            </a:r>
          </a:p>
          <a:p>
            <a:endParaRPr lang="en-US" sz="1200" dirty="0"/>
          </a:p>
          <a:p>
            <a:r>
              <a:rPr lang="en-US" sz="1200" dirty="0"/>
              <a:t>  async post(path, options = {}) {</a:t>
            </a:r>
          </a:p>
          <a:p>
            <a:r>
              <a:rPr lang="en-US" sz="1200" dirty="0"/>
              <a:t>    return </a:t>
            </a:r>
            <a:r>
              <a:rPr lang="en-US" sz="1200" dirty="0" err="1"/>
              <a:t>this.request.post</a:t>
            </a:r>
            <a:r>
              <a:rPr lang="en-US" sz="1200" dirty="0"/>
              <a:t>(</a:t>
            </a:r>
            <a:r>
              <a:rPr lang="en-US" sz="1200" dirty="0" err="1"/>
              <a:t>this.buildUrl</a:t>
            </a:r>
            <a:r>
              <a:rPr lang="en-US" sz="1200" dirty="0"/>
              <a:t>(path), options);</a:t>
            </a:r>
          </a:p>
          <a:p>
            <a:r>
              <a:rPr lang="en-US" sz="1200" dirty="0"/>
              <a:t>  }</a:t>
            </a:r>
          </a:p>
          <a:p>
            <a:endParaRPr lang="en-US" sz="1200" dirty="0"/>
          </a:p>
          <a:p>
            <a:r>
              <a:rPr lang="en-US" sz="1200" dirty="0"/>
              <a:t>  async put(path, options = {}) {</a:t>
            </a:r>
          </a:p>
          <a:p>
            <a:r>
              <a:rPr lang="en-US" sz="1200" dirty="0"/>
              <a:t>    return </a:t>
            </a:r>
            <a:r>
              <a:rPr lang="en-US" sz="1200" dirty="0" err="1"/>
              <a:t>this.request.put</a:t>
            </a:r>
            <a:r>
              <a:rPr lang="en-US" sz="1200" dirty="0"/>
              <a:t>(</a:t>
            </a:r>
            <a:r>
              <a:rPr lang="en-US" sz="1200" dirty="0" err="1"/>
              <a:t>this.buildUrl</a:t>
            </a:r>
            <a:r>
              <a:rPr lang="en-US" sz="1200" dirty="0"/>
              <a:t>(path), options);</a:t>
            </a:r>
          </a:p>
          <a:p>
            <a:r>
              <a:rPr lang="en-US" sz="1200" dirty="0"/>
              <a:t>  }</a:t>
            </a:r>
          </a:p>
          <a:p>
            <a:endParaRPr lang="en-US" sz="1200" dirty="0"/>
          </a:p>
          <a:p>
            <a:r>
              <a:rPr lang="en-US" sz="1200" dirty="0"/>
              <a:t>  async patch(path, options = {}) {</a:t>
            </a:r>
          </a:p>
          <a:p>
            <a:r>
              <a:rPr lang="en-US" sz="1200" dirty="0"/>
              <a:t>    return </a:t>
            </a:r>
            <a:r>
              <a:rPr lang="en-US" sz="1200" dirty="0" err="1"/>
              <a:t>this.request.patch</a:t>
            </a:r>
            <a:r>
              <a:rPr lang="en-US" sz="1200" dirty="0"/>
              <a:t>(</a:t>
            </a:r>
            <a:r>
              <a:rPr lang="en-US" sz="1200" dirty="0" err="1"/>
              <a:t>this.buildUrl</a:t>
            </a:r>
            <a:r>
              <a:rPr lang="en-US" sz="1200" dirty="0"/>
              <a:t>(path), options);</a:t>
            </a:r>
          </a:p>
          <a:p>
            <a:r>
              <a:rPr lang="en-US" sz="1200" dirty="0"/>
              <a:t>  }</a:t>
            </a:r>
          </a:p>
          <a:p>
            <a:endParaRPr lang="en-US" sz="1200" dirty="0"/>
          </a:p>
          <a:p>
            <a:r>
              <a:rPr lang="en-US" sz="1200" dirty="0"/>
              <a:t>  async delete(path, options = {}) {</a:t>
            </a:r>
          </a:p>
          <a:p>
            <a:r>
              <a:rPr lang="en-US" sz="1200" dirty="0"/>
              <a:t>    return </a:t>
            </a:r>
            <a:r>
              <a:rPr lang="en-US" sz="1200" dirty="0" err="1"/>
              <a:t>this.request.delete</a:t>
            </a:r>
            <a:r>
              <a:rPr lang="en-US" sz="1200" dirty="0"/>
              <a:t>(</a:t>
            </a:r>
            <a:r>
              <a:rPr lang="en-US" sz="1200" dirty="0" err="1"/>
              <a:t>this.buildUrl</a:t>
            </a:r>
            <a:r>
              <a:rPr lang="en-US" sz="1200" dirty="0"/>
              <a:t>(path), options);</a:t>
            </a:r>
          </a:p>
          <a:p>
            <a:r>
              <a:rPr lang="en-US" sz="1200" dirty="0"/>
              <a:t>  }</a:t>
            </a:r>
          </a:p>
          <a:p>
            <a:r>
              <a:rPr lang="en-US" sz="1200" dirty="0"/>
              <a:t>}</a:t>
            </a:r>
          </a:p>
          <a:p>
            <a:pPr algn="ctr"/>
            <a:endParaRPr lang="en-US" sz="1200" dirty="0"/>
          </a:p>
        </p:txBody>
      </p:sp>
      <p:cxnSp>
        <p:nvCxnSpPr>
          <p:cNvPr id="5" name="Straight Arrow Connector 4">
            <a:extLst>
              <a:ext uri="{FF2B5EF4-FFF2-40B4-BE49-F238E27FC236}">
                <a16:creationId xmlns:a16="http://schemas.microsoft.com/office/drawing/2014/main" id="{55BADBAA-D9DE-2981-2BEC-20674879811C}"/>
              </a:ext>
            </a:extLst>
          </p:cNvPr>
          <p:cNvCxnSpPr>
            <a:cxnSpLocks/>
            <a:endCxn id="7" idx="1"/>
          </p:cNvCxnSpPr>
          <p:nvPr/>
        </p:nvCxnSpPr>
        <p:spPr>
          <a:xfrm>
            <a:off x="3831336" y="1728216"/>
            <a:ext cx="1865376" cy="4800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4B4EF54A-80BD-E1F5-F899-8D8AA9B8A5EB}"/>
              </a:ext>
            </a:extLst>
          </p:cNvPr>
          <p:cNvSpPr/>
          <p:nvPr/>
        </p:nvSpPr>
        <p:spPr>
          <a:xfrm>
            <a:off x="5696712" y="1344168"/>
            <a:ext cx="4562856" cy="17282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Input</a:t>
            </a:r>
          </a:p>
          <a:p>
            <a:r>
              <a:rPr lang="en-US" b="1" dirty="0"/>
              <a:t>https://api.example.com///</a:t>
            </a:r>
          </a:p>
          <a:p>
            <a:r>
              <a:rPr lang="en-US" dirty="0"/>
              <a:t>After replace()</a:t>
            </a:r>
          </a:p>
          <a:p>
            <a:r>
              <a:rPr lang="en-US" b="1" dirty="0">
                <a:hlinkClick r:id="rId2"/>
              </a:rPr>
              <a:t>https://api.example.com</a:t>
            </a:r>
            <a:br>
              <a:rPr lang="en-US" b="1" dirty="0"/>
            </a:br>
            <a:r>
              <a:rPr lang="en-US" dirty="0"/>
              <a:t>URL-</a:t>
            </a:r>
            <a:r>
              <a:rPr lang="en-US" dirty="0" err="1"/>
              <a:t>oda</a:t>
            </a:r>
            <a:r>
              <a:rPr lang="en-US" dirty="0"/>
              <a:t> end-la </a:t>
            </a:r>
            <a:r>
              <a:rPr lang="en-US" dirty="0" err="1"/>
              <a:t>irukkura</a:t>
            </a:r>
            <a:r>
              <a:rPr lang="en-US" dirty="0"/>
              <a:t> extra /-a remove </a:t>
            </a:r>
            <a:r>
              <a:rPr lang="en-US" dirty="0" err="1"/>
              <a:t>pannuradhu</a:t>
            </a:r>
            <a:r>
              <a:rPr lang="en-US" dirty="0"/>
              <a:t>.</a:t>
            </a:r>
            <a:endParaRPr lang="en-US" b="1" dirty="0"/>
          </a:p>
          <a:p>
            <a:pPr algn="ctr"/>
            <a:endParaRPr lang="en-US" dirty="0"/>
          </a:p>
        </p:txBody>
      </p:sp>
      <p:sp>
        <p:nvSpPr>
          <p:cNvPr id="9" name="Rectangle 8">
            <a:extLst>
              <a:ext uri="{FF2B5EF4-FFF2-40B4-BE49-F238E27FC236}">
                <a16:creationId xmlns:a16="http://schemas.microsoft.com/office/drawing/2014/main" id="{1ACDE531-E808-8ED8-E72E-36D032C9BB1C}"/>
              </a:ext>
            </a:extLst>
          </p:cNvPr>
          <p:cNvSpPr/>
          <p:nvPr/>
        </p:nvSpPr>
        <p:spPr>
          <a:xfrm>
            <a:off x="5404104" y="3300984"/>
            <a:ext cx="4855464" cy="34472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Path-</a:t>
            </a:r>
            <a:r>
              <a:rPr lang="en-US" dirty="0" err="1"/>
              <a:t>oda</a:t>
            </a:r>
            <a:r>
              <a:rPr lang="en-US" dirty="0"/>
              <a:t> beginning-la </a:t>
            </a:r>
            <a:r>
              <a:rPr lang="en-US" dirty="0" err="1"/>
              <a:t>irukkura</a:t>
            </a:r>
            <a:r>
              <a:rPr lang="en-US" dirty="0"/>
              <a:t> extra /-a remove </a:t>
            </a:r>
            <a:r>
              <a:rPr lang="en-US" dirty="0" err="1"/>
              <a:t>pannum</a:t>
            </a:r>
            <a:r>
              <a:rPr lang="en-US" dirty="0"/>
              <a:t>. Inga regex /^\/+/-</a:t>
            </a:r>
            <a:r>
              <a:rPr lang="en-US" dirty="0" err="1"/>
              <a:t>oda</a:t>
            </a:r>
            <a:r>
              <a:rPr lang="en-US" dirty="0"/>
              <a:t> meaning:</a:t>
            </a:r>
          </a:p>
          <a:p>
            <a:pPr lvl="0"/>
            <a:r>
              <a:rPr lang="en-US" dirty="0"/>
              <a:t>^ → beginning</a:t>
            </a:r>
          </a:p>
          <a:p>
            <a:pPr lvl="0"/>
            <a:r>
              <a:rPr lang="en-US" dirty="0"/>
              <a:t>\/ → literal forward slash /</a:t>
            </a:r>
          </a:p>
          <a:p>
            <a:pPr lvl="0"/>
            <a:r>
              <a:rPr lang="en-US" dirty="0"/>
              <a:t>+ → one or more times</a:t>
            </a:r>
          </a:p>
          <a:p>
            <a:pPr lvl="0"/>
            <a:r>
              <a:rPr lang="en-US" dirty="0"/>
              <a:t>'' → match </a:t>
            </a:r>
            <a:r>
              <a:rPr lang="en-US" dirty="0" err="1"/>
              <a:t>aana</a:t>
            </a:r>
            <a:r>
              <a:rPr lang="en-US" dirty="0"/>
              <a:t> slashes-a remove </a:t>
            </a:r>
            <a:r>
              <a:rPr lang="en-US" dirty="0" err="1"/>
              <a:t>pannum</a:t>
            </a:r>
            <a:endParaRPr lang="en-US" dirty="0"/>
          </a:p>
          <a:p>
            <a:r>
              <a:rPr lang="en-US" b="1" dirty="0"/>
              <a:t>step 2: ${</a:t>
            </a:r>
            <a:r>
              <a:rPr lang="en-US" b="1" dirty="0" err="1"/>
              <a:t>this.baseURL</a:t>
            </a:r>
            <a:r>
              <a:rPr lang="en-US" b="1" dirty="0"/>
              <a:t>}/${...}</a:t>
            </a:r>
          </a:p>
          <a:p>
            <a:r>
              <a:rPr lang="en-US" dirty="0"/>
              <a:t>Backticks use </a:t>
            </a:r>
            <a:r>
              <a:rPr lang="en-US" dirty="0" err="1"/>
              <a:t>pannumbodhu</a:t>
            </a:r>
            <a:r>
              <a:rPr lang="en-US" dirty="0"/>
              <a:t>, variables-a string-</a:t>
            </a:r>
            <a:r>
              <a:rPr lang="en-US" dirty="0" err="1"/>
              <a:t>kulla</a:t>
            </a:r>
            <a:r>
              <a:rPr lang="en-US" dirty="0"/>
              <a:t> insert </a:t>
            </a:r>
            <a:r>
              <a:rPr lang="en-US" dirty="0" err="1"/>
              <a:t>pannalaam</a:t>
            </a:r>
            <a:r>
              <a:rPr lang="en-US" dirty="0"/>
              <a:t>. </a:t>
            </a:r>
            <a:r>
              <a:rPr lang="en-US" dirty="0" err="1"/>
              <a:t>Idhukku</a:t>
            </a:r>
            <a:r>
              <a:rPr lang="en-US" dirty="0"/>
              <a:t> template literal nu </a:t>
            </a:r>
            <a:r>
              <a:rPr lang="en-US" dirty="0" err="1"/>
              <a:t>peru</a:t>
            </a:r>
            <a:r>
              <a:rPr lang="en-US" dirty="0"/>
              <a:t>.</a:t>
            </a:r>
          </a:p>
          <a:p>
            <a:pPr algn="ctr"/>
            <a:endParaRPr lang="en-US" dirty="0"/>
          </a:p>
        </p:txBody>
      </p:sp>
      <p:cxnSp>
        <p:nvCxnSpPr>
          <p:cNvPr id="11" name="Straight Arrow Connector 10">
            <a:extLst>
              <a:ext uri="{FF2B5EF4-FFF2-40B4-BE49-F238E27FC236}">
                <a16:creationId xmlns:a16="http://schemas.microsoft.com/office/drawing/2014/main" id="{19F59DCE-BEA8-2B0C-66F9-8EDA56F5B3F7}"/>
              </a:ext>
            </a:extLst>
          </p:cNvPr>
          <p:cNvCxnSpPr>
            <a:endCxn id="9" idx="1"/>
          </p:cNvCxnSpPr>
          <p:nvPr/>
        </p:nvCxnSpPr>
        <p:spPr>
          <a:xfrm>
            <a:off x="3227832" y="2651760"/>
            <a:ext cx="2176272" cy="23728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817A1C85-5437-1F0E-19F6-4A85529C255A}"/>
              </a:ext>
            </a:extLst>
          </p:cNvPr>
          <p:cNvSpPr/>
          <p:nvPr/>
        </p:nvSpPr>
        <p:spPr>
          <a:xfrm>
            <a:off x="9710928" y="-274320"/>
            <a:ext cx="3474720" cy="344728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Why this wrapper? Instead of repeating the base URL and request construction in every test, we centralize it. We also return the original Playwright response, so tests can validate status, headers, body, and timing.</a:t>
            </a:r>
          </a:p>
        </p:txBody>
      </p:sp>
      <p:sp>
        <p:nvSpPr>
          <p:cNvPr id="13" name="Rectangle 12">
            <a:extLst>
              <a:ext uri="{FF2B5EF4-FFF2-40B4-BE49-F238E27FC236}">
                <a16:creationId xmlns:a16="http://schemas.microsoft.com/office/drawing/2014/main" id="{49BDE193-B208-011A-44C4-BACA2A5855FA}"/>
              </a:ext>
            </a:extLst>
          </p:cNvPr>
          <p:cNvSpPr/>
          <p:nvPr/>
        </p:nvSpPr>
        <p:spPr>
          <a:xfrm>
            <a:off x="301752" y="237744"/>
            <a:ext cx="2057400" cy="8138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ApiClient</a:t>
            </a:r>
            <a:endParaRPr lang="en-US" dirty="0"/>
          </a:p>
          <a:p>
            <a:pPr algn="ctr"/>
            <a:r>
              <a:rPr lang="en-US" dirty="0" err="1"/>
              <a:t>Reusuable</a:t>
            </a:r>
            <a:r>
              <a:rPr lang="en-US" dirty="0"/>
              <a:t> method</a:t>
            </a:r>
          </a:p>
        </p:txBody>
      </p:sp>
    </p:spTree>
    <p:extLst>
      <p:ext uri="{BB962C8B-B14F-4D97-AF65-F5344CB8AC3E}">
        <p14:creationId xmlns:p14="http://schemas.microsoft.com/office/powerpoint/2010/main" val="16645500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6C0265-39A6-29DB-1AD1-CEB314F1C07E}"/>
              </a:ext>
            </a:extLst>
          </p:cNvPr>
          <p:cNvSpPr/>
          <p:nvPr/>
        </p:nvSpPr>
        <p:spPr>
          <a:xfrm>
            <a:off x="1243584" y="557784"/>
            <a:ext cx="6044184" cy="58704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import {test as base} from '@playwright/test';</a:t>
            </a:r>
          </a:p>
          <a:p>
            <a:r>
              <a:rPr lang="en-US" dirty="0"/>
              <a:t>import {</a:t>
            </a:r>
            <a:r>
              <a:rPr lang="en-US" dirty="0" err="1"/>
              <a:t>ApiClient</a:t>
            </a:r>
            <a:r>
              <a:rPr lang="en-US" dirty="0"/>
              <a:t>} from '../</a:t>
            </a:r>
            <a:r>
              <a:rPr lang="en-US" dirty="0" err="1"/>
              <a:t>api</a:t>
            </a:r>
            <a:r>
              <a:rPr lang="en-US" dirty="0"/>
              <a:t>/clients/apiClient.js';</a:t>
            </a:r>
          </a:p>
          <a:p>
            <a:br>
              <a:rPr lang="en-US" dirty="0"/>
            </a:br>
            <a:endParaRPr lang="en-US" dirty="0"/>
          </a:p>
          <a:p>
            <a:r>
              <a:rPr lang="en-US" dirty="0"/>
              <a:t>export const test=</a:t>
            </a:r>
            <a:r>
              <a:rPr lang="en-US" dirty="0" err="1"/>
              <a:t>base.extend</a:t>
            </a:r>
            <a:r>
              <a:rPr lang="en-US" dirty="0"/>
              <a:t>({</a:t>
            </a:r>
          </a:p>
          <a:p>
            <a:r>
              <a:rPr lang="en-US" dirty="0" err="1"/>
              <a:t>apifix</a:t>
            </a:r>
            <a:r>
              <a:rPr lang="en-US" dirty="0"/>
              <a:t>: async ({request},use)=&gt;{</a:t>
            </a:r>
          </a:p>
          <a:p>
            <a:br>
              <a:rPr lang="en-US" dirty="0"/>
            </a:br>
            <a:endParaRPr lang="en-US" dirty="0"/>
          </a:p>
          <a:p>
            <a:r>
              <a:rPr lang="en-US" dirty="0"/>
              <a:t>    const </a:t>
            </a:r>
            <a:r>
              <a:rPr lang="en-US" dirty="0" err="1"/>
              <a:t>baseURL</a:t>
            </a:r>
            <a:r>
              <a:rPr lang="en-US" dirty="0"/>
              <a:t> =</a:t>
            </a:r>
            <a:r>
              <a:rPr lang="en-US" dirty="0" err="1"/>
              <a:t>process.env.API_BASE_URL</a:t>
            </a:r>
            <a:r>
              <a:rPr lang="en-US" dirty="0"/>
              <a:t>;</a:t>
            </a:r>
          </a:p>
          <a:p>
            <a:r>
              <a:rPr lang="en-US" dirty="0"/>
              <a:t>     if (!</a:t>
            </a:r>
            <a:r>
              <a:rPr lang="en-US" dirty="0" err="1"/>
              <a:t>baseURL</a:t>
            </a:r>
            <a:r>
              <a:rPr lang="en-US" dirty="0"/>
              <a:t>) {</a:t>
            </a:r>
          </a:p>
          <a:p>
            <a:r>
              <a:rPr lang="en-US" dirty="0"/>
              <a:t>            throw new Error('API_BASE_URL is missing in .env');</a:t>
            </a:r>
          </a:p>
          <a:p>
            <a:r>
              <a:rPr lang="en-US" dirty="0"/>
              <a:t>        }</a:t>
            </a:r>
          </a:p>
          <a:p>
            <a:r>
              <a:rPr lang="en-US" dirty="0"/>
              <a:t>    const ap=new </a:t>
            </a:r>
            <a:r>
              <a:rPr lang="en-US" dirty="0" err="1"/>
              <a:t>ApiClient</a:t>
            </a:r>
            <a:r>
              <a:rPr lang="en-US" dirty="0"/>
              <a:t>(</a:t>
            </a:r>
            <a:r>
              <a:rPr lang="en-US" dirty="0" err="1"/>
              <a:t>request,baseURL</a:t>
            </a:r>
            <a:r>
              <a:rPr lang="en-US" dirty="0"/>
              <a:t>);</a:t>
            </a:r>
          </a:p>
          <a:p>
            <a:r>
              <a:rPr lang="en-US" dirty="0"/>
              <a:t>    await use(ap);</a:t>
            </a:r>
          </a:p>
          <a:p>
            <a:r>
              <a:rPr lang="en-US" dirty="0"/>
              <a:t>}</a:t>
            </a:r>
          </a:p>
          <a:p>
            <a:br>
              <a:rPr lang="en-US" dirty="0"/>
            </a:br>
            <a:br>
              <a:rPr lang="en-US" dirty="0"/>
            </a:br>
            <a:endParaRPr lang="en-US" dirty="0"/>
          </a:p>
          <a:p>
            <a:r>
              <a:rPr lang="en-US" dirty="0"/>
              <a:t>})</a:t>
            </a:r>
          </a:p>
          <a:p>
            <a:r>
              <a:rPr lang="en-US" dirty="0"/>
              <a:t>export { expect } from '@playwright/test';</a:t>
            </a:r>
          </a:p>
          <a:p>
            <a:pPr algn="ctr"/>
            <a:endParaRPr lang="en-US" dirty="0"/>
          </a:p>
        </p:txBody>
      </p:sp>
      <p:sp>
        <p:nvSpPr>
          <p:cNvPr id="3" name="Rectangle 2">
            <a:extLst>
              <a:ext uri="{FF2B5EF4-FFF2-40B4-BE49-F238E27FC236}">
                <a16:creationId xmlns:a16="http://schemas.microsoft.com/office/drawing/2014/main" id="{50C1B413-B8B2-FAC3-D495-055B1AE583A4}"/>
              </a:ext>
            </a:extLst>
          </p:cNvPr>
          <p:cNvSpPr/>
          <p:nvPr/>
        </p:nvSpPr>
        <p:spPr>
          <a:xfrm>
            <a:off x="1033272" y="118872"/>
            <a:ext cx="8110728" cy="3108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Custom fixture for </a:t>
            </a:r>
            <a:r>
              <a:rPr lang="en-US"/>
              <a:t>api</a:t>
            </a:r>
          </a:p>
        </p:txBody>
      </p:sp>
      <p:sp>
        <p:nvSpPr>
          <p:cNvPr id="4" name="Rectangle 3">
            <a:extLst>
              <a:ext uri="{FF2B5EF4-FFF2-40B4-BE49-F238E27FC236}">
                <a16:creationId xmlns:a16="http://schemas.microsoft.com/office/drawing/2014/main" id="{75E97A83-709A-D486-AFA7-E397463D3D64}"/>
              </a:ext>
            </a:extLst>
          </p:cNvPr>
          <p:cNvSpPr/>
          <p:nvPr/>
        </p:nvSpPr>
        <p:spPr>
          <a:xfrm>
            <a:off x="7772400" y="557784"/>
            <a:ext cx="4270248" cy="57881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This custom fixture is similar to our previous custom </a:t>
            </a:r>
            <a:r>
              <a:rPr lang="en-US" sz="1600" dirty="0" err="1"/>
              <a:t>fixuture</a:t>
            </a:r>
            <a:r>
              <a:rPr lang="en-US" sz="1600" dirty="0"/>
              <a:t>. Here we are accessing a </a:t>
            </a:r>
            <a:r>
              <a:rPr lang="en-US" sz="1600" dirty="0" err="1"/>
              <a:t>url</a:t>
            </a:r>
            <a:r>
              <a:rPr lang="en-US" sz="1600" dirty="0"/>
              <a:t> which is been declared in .env file</a:t>
            </a:r>
          </a:p>
          <a:p>
            <a:pPr algn="ctr"/>
            <a:endParaRPr lang="en-US" sz="1600" dirty="0"/>
          </a:p>
          <a:p>
            <a:pPr algn="ctr"/>
            <a:r>
              <a:rPr lang="en-US" sz="1600" dirty="0"/>
              <a:t>Then we will check if that </a:t>
            </a:r>
            <a:r>
              <a:rPr lang="en-US" sz="1600" dirty="0" err="1"/>
              <a:t>url</a:t>
            </a:r>
            <a:r>
              <a:rPr lang="en-US" sz="1600" dirty="0"/>
              <a:t> is empty throw this error </a:t>
            </a:r>
          </a:p>
          <a:p>
            <a:pPr algn="ctr"/>
            <a:r>
              <a:rPr lang="en-US" sz="1600" dirty="0"/>
              <a:t>Create an object for the page class </a:t>
            </a:r>
            <a:r>
              <a:rPr lang="en-US" sz="1600" dirty="0" err="1"/>
              <a:t>ApiClient</a:t>
            </a:r>
            <a:r>
              <a:rPr lang="en-US" sz="1600" dirty="0"/>
              <a:t> and pass  two parameter request and base </a:t>
            </a:r>
            <a:r>
              <a:rPr lang="en-US" sz="1600" dirty="0" err="1"/>
              <a:t>url</a:t>
            </a:r>
            <a:r>
              <a:rPr lang="en-US" sz="1600" dirty="0"/>
              <a:t> which is required in constructor since creating object will invoke constructor</a:t>
            </a:r>
          </a:p>
          <a:p>
            <a:pPr algn="ctr"/>
            <a:r>
              <a:rPr lang="en-US" sz="1600" dirty="0"/>
              <a:t>And assign the object to use till this it is tear up mechanism and </a:t>
            </a:r>
          </a:p>
          <a:p>
            <a:pPr algn="ctr"/>
            <a:endParaRPr lang="en-US" sz="1600" dirty="0"/>
          </a:p>
          <a:p>
            <a:r>
              <a:rPr lang="en-US" sz="1600" dirty="0"/>
              <a:t>In Test page use this import since we export const test we need to do import from custom fixture as test and in last line we have expect from playwright so we don’t want to write separate expect for assertion</a:t>
            </a:r>
            <a:br>
              <a:rPr lang="en-US" sz="1600" dirty="0"/>
            </a:br>
            <a:r>
              <a:rPr lang="en-US" sz="1600" dirty="0"/>
              <a:t>import {</a:t>
            </a:r>
            <a:r>
              <a:rPr lang="en-US" sz="1600" dirty="0" err="1"/>
              <a:t>test,expect</a:t>
            </a:r>
            <a:r>
              <a:rPr lang="en-US" sz="1600" dirty="0"/>
              <a:t> }from '../../</a:t>
            </a:r>
            <a:r>
              <a:rPr lang="en-US" sz="1600" dirty="0" err="1"/>
              <a:t>customfixture</a:t>
            </a:r>
            <a:r>
              <a:rPr lang="en-US" sz="1600" dirty="0"/>
              <a:t>/apiClient.js’;</a:t>
            </a:r>
          </a:p>
          <a:p>
            <a:endParaRPr lang="en-US" sz="1600" dirty="0"/>
          </a:p>
          <a:p>
            <a:r>
              <a:rPr lang="en-US" sz="1600" dirty="0"/>
              <a:t>Here we pass the fixture object </a:t>
            </a:r>
            <a:r>
              <a:rPr lang="en-US" sz="1600" dirty="0" err="1"/>
              <a:t>apifix</a:t>
            </a:r>
            <a:r>
              <a:rPr lang="en-US" sz="1600" dirty="0"/>
              <a:t> as parameter</a:t>
            </a:r>
          </a:p>
          <a:p>
            <a:r>
              <a:rPr lang="en-US" sz="1600" dirty="0"/>
              <a:t>test('</a:t>
            </a:r>
            <a:r>
              <a:rPr lang="en-US" sz="1600" dirty="0" err="1"/>
              <a:t>api</a:t>
            </a:r>
            <a:r>
              <a:rPr lang="en-US" sz="1600" dirty="0"/>
              <a:t> testing',{tag:'@sanity'}, async({</a:t>
            </a:r>
            <a:r>
              <a:rPr lang="en-US" sz="1600" dirty="0" err="1"/>
              <a:t>apifix</a:t>
            </a:r>
            <a:r>
              <a:rPr lang="en-US" sz="1600" dirty="0"/>
              <a:t>})=&gt;{</a:t>
            </a:r>
            <a:br>
              <a:rPr lang="en-US" sz="1600" dirty="0"/>
            </a:br>
            <a:r>
              <a:rPr lang="en-US" sz="1600" dirty="0"/>
              <a:t>}</a:t>
            </a:r>
          </a:p>
          <a:p>
            <a:pPr algn="ctr"/>
            <a:endParaRPr lang="en-US" sz="1600" dirty="0"/>
          </a:p>
        </p:txBody>
      </p:sp>
      <p:cxnSp>
        <p:nvCxnSpPr>
          <p:cNvPr id="6" name="Straight Arrow Connector 5">
            <a:extLst>
              <a:ext uri="{FF2B5EF4-FFF2-40B4-BE49-F238E27FC236}">
                <a16:creationId xmlns:a16="http://schemas.microsoft.com/office/drawing/2014/main" id="{EFFE2FC7-AFC0-755A-1390-C2208D62791F}"/>
              </a:ext>
            </a:extLst>
          </p:cNvPr>
          <p:cNvCxnSpPr>
            <a:cxnSpLocks/>
          </p:cNvCxnSpPr>
          <p:nvPr/>
        </p:nvCxnSpPr>
        <p:spPr>
          <a:xfrm>
            <a:off x="4544568" y="1883664"/>
            <a:ext cx="3364992" cy="18105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9ABF6C5-52BB-5E35-E782-EB195CDA42B2}"/>
              </a:ext>
            </a:extLst>
          </p:cNvPr>
          <p:cNvCxnSpPr>
            <a:cxnSpLocks/>
          </p:cNvCxnSpPr>
          <p:nvPr/>
        </p:nvCxnSpPr>
        <p:spPr>
          <a:xfrm>
            <a:off x="1755648" y="2231136"/>
            <a:ext cx="7031736" cy="3877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12148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E2391E-C225-4349-266F-01C00F20A8F5}"/>
              </a:ext>
            </a:extLst>
          </p:cNvPr>
          <p:cNvSpPr/>
          <p:nvPr/>
        </p:nvSpPr>
        <p:spPr>
          <a:xfrm>
            <a:off x="667512" y="338328"/>
            <a:ext cx="5111496" cy="62819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import {</a:t>
            </a:r>
            <a:r>
              <a:rPr lang="en-US" dirty="0" err="1"/>
              <a:t>test,expect</a:t>
            </a:r>
            <a:r>
              <a:rPr lang="en-US" dirty="0"/>
              <a:t> }from '../../</a:t>
            </a:r>
            <a:r>
              <a:rPr lang="en-US" dirty="0" err="1"/>
              <a:t>customfixture</a:t>
            </a:r>
            <a:r>
              <a:rPr lang="en-US" dirty="0"/>
              <a:t>/apiClient.js';</a:t>
            </a:r>
          </a:p>
          <a:p>
            <a:br>
              <a:rPr lang="en-US" dirty="0"/>
            </a:br>
            <a:endParaRPr lang="en-US" dirty="0"/>
          </a:p>
          <a:p>
            <a:r>
              <a:rPr lang="en-US" dirty="0"/>
              <a:t>test('</a:t>
            </a:r>
            <a:r>
              <a:rPr lang="en-US" dirty="0" err="1"/>
              <a:t>api</a:t>
            </a:r>
            <a:r>
              <a:rPr lang="en-US" dirty="0"/>
              <a:t> testing',{tag:'@sanity'}, async({</a:t>
            </a:r>
            <a:r>
              <a:rPr lang="en-US" dirty="0" err="1"/>
              <a:t>apifix</a:t>
            </a:r>
            <a:r>
              <a:rPr lang="en-US" dirty="0"/>
              <a:t>})=&gt;{</a:t>
            </a:r>
          </a:p>
          <a:p>
            <a:endParaRPr lang="en-US" dirty="0"/>
          </a:p>
          <a:p>
            <a:r>
              <a:rPr lang="en-US" dirty="0"/>
              <a:t>const response=await </a:t>
            </a:r>
            <a:r>
              <a:rPr lang="en-US" dirty="0" err="1"/>
              <a:t>apifix.get</a:t>
            </a:r>
            <a:r>
              <a:rPr lang="en-US" dirty="0"/>
              <a:t>('/booking');</a:t>
            </a:r>
          </a:p>
          <a:p>
            <a:r>
              <a:rPr lang="en-US" dirty="0"/>
              <a:t>   expect(</a:t>
            </a:r>
            <a:r>
              <a:rPr lang="en-US" dirty="0" err="1"/>
              <a:t>response.status</a:t>
            </a:r>
            <a:r>
              <a:rPr lang="en-US" dirty="0"/>
              <a:t>()).</a:t>
            </a:r>
            <a:r>
              <a:rPr lang="en-US" dirty="0" err="1"/>
              <a:t>toBe</a:t>
            </a:r>
            <a:r>
              <a:rPr lang="en-US" dirty="0"/>
              <a:t>(200);</a:t>
            </a:r>
          </a:p>
          <a:p>
            <a:r>
              <a:rPr lang="en-US" dirty="0"/>
              <a:t>   const body = await </a:t>
            </a:r>
            <a:r>
              <a:rPr lang="en-US" dirty="0" err="1"/>
              <a:t>response.json</a:t>
            </a:r>
            <a:r>
              <a:rPr lang="en-US" dirty="0"/>
              <a:t>();</a:t>
            </a:r>
          </a:p>
          <a:p>
            <a:r>
              <a:rPr lang="en-US" dirty="0"/>
              <a:t>    expect(</a:t>
            </a:r>
            <a:r>
              <a:rPr lang="en-US" dirty="0" err="1"/>
              <a:t>Array.isArray</a:t>
            </a:r>
            <a:r>
              <a:rPr lang="en-US" dirty="0"/>
              <a:t>(body)).</a:t>
            </a:r>
            <a:r>
              <a:rPr lang="en-US" dirty="0" err="1"/>
              <a:t>toBeTruthy</a:t>
            </a:r>
            <a:r>
              <a:rPr lang="en-US" dirty="0"/>
              <a:t>();</a:t>
            </a:r>
          </a:p>
          <a:p>
            <a:r>
              <a:rPr lang="en-US" dirty="0"/>
              <a:t>    expect(</a:t>
            </a:r>
            <a:r>
              <a:rPr lang="en-US" dirty="0" err="1"/>
              <a:t>body.length</a:t>
            </a:r>
            <a:r>
              <a:rPr lang="en-US" dirty="0"/>
              <a:t>).</a:t>
            </a:r>
            <a:r>
              <a:rPr lang="en-US" dirty="0" err="1"/>
              <a:t>toBeGreaterThan</a:t>
            </a:r>
            <a:r>
              <a:rPr lang="en-US" dirty="0"/>
              <a:t>(0);</a:t>
            </a:r>
          </a:p>
          <a:p>
            <a:r>
              <a:rPr lang="en-US" dirty="0"/>
              <a:t>    expect(body[0]).</a:t>
            </a:r>
            <a:r>
              <a:rPr lang="en-US" dirty="0" err="1"/>
              <a:t>toHaveProperty</a:t>
            </a:r>
            <a:r>
              <a:rPr lang="en-US" dirty="0"/>
              <a:t>('</a:t>
            </a:r>
            <a:r>
              <a:rPr lang="en-US" dirty="0" err="1"/>
              <a:t>bookingid</a:t>
            </a:r>
            <a:r>
              <a:rPr lang="en-US" dirty="0"/>
              <a:t>');</a:t>
            </a:r>
          </a:p>
          <a:p>
            <a:r>
              <a:rPr lang="en-US" dirty="0"/>
              <a:t>})</a:t>
            </a:r>
          </a:p>
          <a:p>
            <a:pPr algn="ctr"/>
            <a:endParaRPr lang="en-US" dirty="0"/>
          </a:p>
        </p:txBody>
      </p:sp>
      <p:sp>
        <p:nvSpPr>
          <p:cNvPr id="3" name="Oval 2">
            <a:extLst>
              <a:ext uri="{FF2B5EF4-FFF2-40B4-BE49-F238E27FC236}">
                <a16:creationId xmlns:a16="http://schemas.microsoft.com/office/drawing/2014/main" id="{8725B788-326E-F52A-2726-63EF23F28AB4}"/>
              </a:ext>
            </a:extLst>
          </p:cNvPr>
          <p:cNvSpPr/>
          <p:nvPr/>
        </p:nvSpPr>
        <p:spPr>
          <a:xfrm>
            <a:off x="1042416" y="5605272"/>
            <a:ext cx="4059936"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Test file for get method</a:t>
            </a:r>
          </a:p>
        </p:txBody>
      </p:sp>
      <p:sp>
        <p:nvSpPr>
          <p:cNvPr id="4" name="Rectangle 3">
            <a:extLst>
              <a:ext uri="{FF2B5EF4-FFF2-40B4-BE49-F238E27FC236}">
                <a16:creationId xmlns:a16="http://schemas.microsoft.com/office/drawing/2014/main" id="{B27C4DC2-4767-65B7-6843-2B9A2529F418}"/>
              </a:ext>
            </a:extLst>
          </p:cNvPr>
          <p:cNvSpPr/>
          <p:nvPr/>
        </p:nvSpPr>
        <p:spPr>
          <a:xfrm>
            <a:off x="6601968" y="457200"/>
            <a:ext cx="5358384" cy="62544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await </a:t>
            </a:r>
            <a:r>
              <a:rPr lang="en-US" dirty="0" err="1"/>
              <a:t>apifix.get</a:t>
            </a:r>
            <a:r>
              <a:rPr lang="en-US" dirty="0"/>
              <a:t>('/booking’); </a:t>
            </a:r>
            <a:r>
              <a:rPr lang="en-US" dirty="0" err="1"/>
              <a:t>apifix</a:t>
            </a:r>
            <a:r>
              <a:rPr lang="en-US" dirty="0"/>
              <a:t> is object of custom fixture. Through this object we will access all the methods in </a:t>
            </a:r>
            <a:r>
              <a:rPr lang="en-US" dirty="0" err="1"/>
              <a:t>apiClient</a:t>
            </a:r>
            <a:r>
              <a:rPr lang="en-US" dirty="0"/>
              <a:t>. One of the method is get but it require two parameter one is path parameter and another one is optional. </a:t>
            </a:r>
            <a:r>
              <a:rPr lang="en-US" dirty="0" err="1"/>
              <a:t>Optinal</a:t>
            </a:r>
            <a:r>
              <a:rPr lang="en-US" dirty="0"/>
              <a:t> </a:t>
            </a:r>
            <a:r>
              <a:rPr lang="en-US" dirty="0" err="1"/>
              <a:t>kudukalanum</a:t>
            </a:r>
            <a:r>
              <a:rPr lang="en-US" dirty="0"/>
              <a:t> it will work but future headers </a:t>
            </a:r>
            <a:r>
              <a:rPr lang="en-US" dirty="0" err="1"/>
              <a:t>pannanum</a:t>
            </a:r>
            <a:r>
              <a:rPr lang="en-US" dirty="0"/>
              <a:t> </a:t>
            </a:r>
            <a:r>
              <a:rPr lang="en-US" dirty="0" err="1"/>
              <a:t>na</a:t>
            </a:r>
            <a:r>
              <a:rPr lang="en-US" dirty="0"/>
              <a:t> we can use that in optional.</a:t>
            </a:r>
          </a:p>
          <a:p>
            <a:pPr algn="ctr"/>
            <a:endParaRPr lang="en-US" dirty="0"/>
          </a:p>
          <a:p>
            <a:pPr algn="ctr"/>
            <a:r>
              <a:rPr lang="en-US" dirty="0"/>
              <a:t>After hitting get method we are saving the response in response variable</a:t>
            </a:r>
          </a:p>
          <a:p>
            <a:pPr algn="ctr"/>
            <a:r>
              <a:rPr lang="en-US" dirty="0"/>
              <a:t>Then doing assertion </a:t>
            </a:r>
          </a:p>
          <a:p>
            <a:pPr algn="ctr"/>
            <a:endParaRPr lang="en-US" dirty="0"/>
          </a:p>
          <a:p>
            <a:pPr algn="ctr"/>
            <a:r>
              <a:rPr lang="en-US" dirty="0"/>
              <a:t>await </a:t>
            </a:r>
            <a:r>
              <a:rPr lang="en-US" dirty="0" err="1"/>
              <a:t>response.json</a:t>
            </a:r>
            <a:r>
              <a:rPr lang="en-US" dirty="0"/>
              <a:t>();</a:t>
            </a:r>
          </a:p>
          <a:p>
            <a:pPr algn="ctr"/>
            <a:r>
              <a:rPr lang="en-US" dirty="0"/>
              <a:t>API response-la </a:t>
            </a:r>
            <a:r>
              <a:rPr lang="en-US" dirty="0" err="1"/>
              <a:t>irukkura</a:t>
            </a:r>
            <a:r>
              <a:rPr lang="en-US" dirty="0"/>
              <a:t> JSON body-ai JavaScript object-ah convert panni, result </a:t>
            </a:r>
            <a:r>
              <a:rPr lang="en-US" dirty="0" err="1"/>
              <a:t>varra</a:t>
            </a:r>
            <a:r>
              <a:rPr lang="en-US" dirty="0"/>
              <a:t> </a:t>
            </a:r>
            <a:r>
              <a:rPr lang="en-US" dirty="0" err="1"/>
              <a:t>varaikkum</a:t>
            </a:r>
            <a:r>
              <a:rPr lang="en-US" dirty="0"/>
              <a:t> wait </a:t>
            </a:r>
            <a:r>
              <a:rPr lang="en-US" dirty="0" err="1"/>
              <a:t>pannum</a:t>
            </a:r>
            <a:r>
              <a:rPr lang="en-US" dirty="0"/>
              <a:t> and stored in body.</a:t>
            </a:r>
          </a:p>
          <a:p>
            <a:pPr algn="ctr"/>
            <a:endParaRPr lang="en-US" dirty="0"/>
          </a:p>
          <a:p>
            <a:pPr algn="ctr"/>
            <a:r>
              <a:rPr lang="en-US" dirty="0"/>
              <a:t>Body[0] first object </a:t>
            </a:r>
            <a:r>
              <a:rPr lang="en-US" dirty="0" err="1"/>
              <a:t>json</a:t>
            </a:r>
            <a:r>
              <a:rPr lang="en-US" dirty="0"/>
              <a:t> la </a:t>
            </a:r>
            <a:r>
              <a:rPr lang="en-US" dirty="0" err="1"/>
              <a:t>adhu</a:t>
            </a:r>
            <a:r>
              <a:rPr lang="en-US" dirty="0"/>
              <a:t> property booking id </a:t>
            </a:r>
            <a:r>
              <a:rPr lang="en-US" dirty="0" err="1"/>
              <a:t>iruka</a:t>
            </a:r>
            <a:r>
              <a:rPr lang="en-US" dirty="0"/>
              <a:t> nu </a:t>
            </a:r>
            <a:r>
              <a:rPr lang="en-US" dirty="0" err="1"/>
              <a:t>parkurom</a:t>
            </a:r>
            <a:r>
              <a:rPr lang="en-US" dirty="0"/>
              <a:t> rest all normal assertion</a:t>
            </a:r>
          </a:p>
          <a:p>
            <a:pPr algn="ctr"/>
            <a:endParaRPr lang="en-US" dirty="0"/>
          </a:p>
          <a:p>
            <a:pPr algn="ctr"/>
            <a:endParaRPr lang="en-US" dirty="0"/>
          </a:p>
          <a:p>
            <a:pPr algn="ctr"/>
            <a:endParaRPr lang="en-US" dirty="0"/>
          </a:p>
        </p:txBody>
      </p:sp>
      <p:cxnSp>
        <p:nvCxnSpPr>
          <p:cNvPr id="6" name="Straight Arrow Connector 5">
            <a:extLst>
              <a:ext uri="{FF2B5EF4-FFF2-40B4-BE49-F238E27FC236}">
                <a16:creationId xmlns:a16="http://schemas.microsoft.com/office/drawing/2014/main" id="{3D42AE68-4464-E774-6062-4BDD8FCF8A10}"/>
              </a:ext>
            </a:extLst>
          </p:cNvPr>
          <p:cNvCxnSpPr>
            <a:cxnSpLocks/>
          </p:cNvCxnSpPr>
          <p:nvPr/>
        </p:nvCxnSpPr>
        <p:spPr>
          <a:xfrm flipV="1">
            <a:off x="5102352" y="1024128"/>
            <a:ext cx="1627632" cy="22768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D35E6D58-FE08-78AA-C4EA-AA91967AE82F}"/>
              </a:ext>
            </a:extLst>
          </p:cNvPr>
          <p:cNvCxnSpPr>
            <a:cxnSpLocks/>
          </p:cNvCxnSpPr>
          <p:nvPr/>
        </p:nvCxnSpPr>
        <p:spPr>
          <a:xfrm>
            <a:off x="4416552" y="3886200"/>
            <a:ext cx="3547872" cy="1280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5CFC408B-558A-5EA7-FC7C-515DAF881958}"/>
              </a:ext>
            </a:extLst>
          </p:cNvPr>
          <p:cNvCxnSpPr/>
          <p:nvPr/>
        </p:nvCxnSpPr>
        <p:spPr>
          <a:xfrm>
            <a:off x="5102352" y="4855464"/>
            <a:ext cx="1664208" cy="5029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5929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4C575D-EE50-3A80-F967-CEB8F72CC996}"/>
              </a:ext>
            </a:extLst>
          </p:cNvPr>
          <p:cNvSpPr/>
          <p:nvPr/>
        </p:nvSpPr>
        <p:spPr>
          <a:xfrm>
            <a:off x="2331720" y="155448"/>
            <a:ext cx="4764024" cy="4663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Chaining of request</a:t>
            </a:r>
          </a:p>
        </p:txBody>
      </p:sp>
      <p:sp>
        <p:nvSpPr>
          <p:cNvPr id="3" name="Rectangle 2">
            <a:extLst>
              <a:ext uri="{FF2B5EF4-FFF2-40B4-BE49-F238E27FC236}">
                <a16:creationId xmlns:a16="http://schemas.microsoft.com/office/drawing/2014/main" id="{BF0779C7-477F-FA03-9863-F08289FEF72D}"/>
              </a:ext>
            </a:extLst>
          </p:cNvPr>
          <p:cNvSpPr/>
          <p:nvPr/>
        </p:nvSpPr>
        <p:spPr>
          <a:xfrm>
            <a:off x="8366760" y="1545336"/>
            <a:ext cx="3694176" cy="50109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t>
            </a:r>
          </a:p>
          <a:p>
            <a:pPr algn="ctr"/>
            <a:r>
              <a:rPr lang="en-US" dirty="0"/>
              <a:t>  "</a:t>
            </a:r>
            <a:r>
              <a:rPr lang="en-US" dirty="0" err="1"/>
              <a:t>bookingid</a:t>
            </a:r>
            <a:r>
              <a:rPr lang="en-US" dirty="0"/>
              <a:t>": 1234,</a:t>
            </a:r>
          </a:p>
          <a:p>
            <a:pPr algn="ctr"/>
            <a:r>
              <a:rPr lang="en-US" dirty="0"/>
              <a:t>  "booking": {</a:t>
            </a:r>
          </a:p>
          <a:p>
            <a:pPr algn="ctr"/>
            <a:r>
              <a:rPr lang="en-US" dirty="0"/>
              <a:t>    "</a:t>
            </a:r>
            <a:r>
              <a:rPr lang="en-US" dirty="0" err="1"/>
              <a:t>firstname</a:t>
            </a:r>
            <a:r>
              <a:rPr lang="en-US" dirty="0"/>
              <a:t>": "Harish",</a:t>
            </a:r>
          </a:p>
          <a:p>
            <a:pPr algn="ctr"/>
            <a:r>
              <a:rPr lang="en-US" dirty="0"/>
              <a:t>    "</a:t>
            </a:r>
            <a:r>
              <a:rPr lang="en-US" dirty="0" err="1"/>
              <a:t>lastname</a:t>
            </a:r>
            <a:r>
              <a:rPr lang="en-US" dirty="0"/>
              <a:t>": "Baskar",</a:t>
            </a:r>
          </a:p>
          <a:p>
            <a:pPr algn="ctr"/>
            <a:r>
              <a:rPr lang="en-US" dirty="0"/>
              <a:t>    "</a:t>
            </a:r>
            <a:r>
              <a:rPr lang="en-US" dirty="0" err="1"/>
              <a:t>totalprice</a:t>
            </a:r>
            <a:r>
              <a:rPr lang="en-US" dirty="0"/>
              <a:t>": 1500,</a:t>
            </a:r>
          </a:p>
          <a:p>
            <a:pPr algn="ctr"/>
            <a:r>
              <a:rPr lang="en-US" dirty="0"/>
              <a:t>    "</a:t>
            </a:r>
            <a:r>
              <a:rPr lang="en-US" dirty="0" err="1"/>
              <a:t>depositpaid</a:t>
            </a:r>
            <a:r>
              <a:rPr lang="en-US" dirty="0"/>
              <a:t>": true,</a:t>
            </a:r>
          </a:p>
          <a:p>
            <a:pPr algn="ctr"/>
            <a:r>
              <a:rPr lang="en-US" dirty="0"/>
              <a:t>    "</a:t>
            </a:r>
            <a:r>
              <a:rPr lang="en-US" dirty="0" err="1"/>
              <a:t>bookingdates</a:t>
            </a:r>
            <a:r>
              <a:rPr lang="en-US" dirty="0"/>
              <a:t>": {</a:t>
            </a:r>
          </a:p>
          <a:p>
            <a:pPr algn="ctr"/>
            <a:r>
              <a:rPr lang="en-US" dirty="0"/>
              <a:t>      "</a:t>
            </a:r>
            <a:r>
              <a:rPr lang="en-US" dirty="0" err="1"/>
              <a:t>checkin</a:t>
            </a:r>
            <a:r>
              <a:rPr lang="en-US" dirty="0"/>
              <a:t>": "2026-11-01",</a:t>
            </a:r>
          </a:p>
          <a:p>
            <a:pPr algn="ctr"/>
            <a:r>
              <a:rPr lang="en-US" dirty="0"/>
              <a:t>      "checkout": "2026-11-05"</a:t>
            </a:r>
          </a:p>
          <a:p>
            <a:pPr algn="ctr"/>
            <a:r>
              <a:rPr lang="en-US" dirty="0"/>
              <a:t>    },</a:t>
            </a:r>
          </a:p>
          <a:p>
            <a:pPr algn="ctr"/>
            <a:r>
              <a:rPr lang="en-US" dirty="0"/>
              <a:t>    "</a:t>
            </a:r>
            <a:r>
              <a:rPr lang="en-US" dirty="0" err="1"/>
              <a:t>additionalneeds</a:t>
            </a:r>
            <a:r>
              <a:rPr lang="en-US" dirty="0"/>
              <a:t>": "Breakfast"</a:t>
            </a:r>
          </a:p>
          <a:p>
            <a:pPr algn="ctr"/>
            <a:r>
              <a:rPr lang="en-US" dirty="0"/>
              <a:t>  }</a:t>
            </a:r>
          </a:p>
          <a:p>
            <a:pPr algn="ctr"/>
            <a:r>
              <a:rPr lang="en-US" dirty="0"/>
              <a:t>}</a:t>
            </a:r>
          </a:p>
        </p:txBody>
      </p:sp>
      <p:sp>
        <p:nvSpPr>
          <p:cNvPr id="4" name="Oval 3">
            <a:extLst>
              <a:ext uri="{FF2B5EF4-FFF2-40B4-BE49-F238E27FC236}">
                <a16:creationId xmlns:a16="http://schemas.microsoft.com/office/drawing/2014/main" id="{D29ECF54-14B8-DE65-9FF3-57AB639AEA4D}"/>
              </a:ext>
            </a:extLst>
          </p:cNvPr>
          <p:cNvSpPr/>
          <p:nvPr/>
        </p:nvSpPr>
        <p:spPr>
          <a:xfrm>
            <a:off x="8887968" y="1737360"/>
            <a:ext cx="2432304" cy="51206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Sample response</a:t>
            </a:r>
          </a:p>
        </p:txBody>
      </p:sp>
      <p:sp>
        <p:nvSpPr>
          <p:cNvPr id="5" name="Rectangle 4">
            <a:extLst>
              <a:ext uri="{FF2B5EF4-FFF2-40B4-BE49-F238E27FC236}">
                <a16:creationId xmlns:a16="http://schemas.microsoft.com/office/drawing/2014/main" id="{72C7E082-DAB4-61AE-EC62-6FF4B1705527}"/>
              </a:ext>
            </a:extLst>
          </p:cNvPr>
          <p:cNvSpPr/>
          <p:nvPr/>
        </p:nvSpPr>
        <p:spPr>
          <a:xfrm>
            <a:off x="356616" y="1133856"/>
            <a:ext cx="4590288" cy="55686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br>
              <a:rPr lang="en-US" dirty="0"/>
            </a:br>
            <a:br>
              <a:rPr lang="en-US" dirty="0"/>
            </a:br>
            <a:endParaRPr lang="en-US" dirty="0"/>
          </a:p>
          <a:p>
            <a:r>
              <a:rPr lang="en-US" dirty="0"/>
              <a:t>export class </a:t>
            </a:r>
            <a:r>
              <a:rPr lang="en-US" dirty="0" err="1"/>
              <a:t>authservice</a:t>
            </a:r>
            <a:r>
              <a:rPr lang="en-US" dirty="0"/>
              <a:t> {</a:t>
            </a:r>
          </a:p>
          <a:p>
            <a:endParaRPr lang="en-US" dirty="0"/>
          </a:p>
          <a:p>
            <a:r>
              <a:rPr lang="en-US" dirty="0"/>
              <a:t> constructor(</a:t>
            </a:r>
            <a:r>
              <a:rPr lang="en-US" dirty="0" err="1"/>
              <a:t>apifix</a:t>
            </a:r>
            <a:r>
              <a:rPr lang="en-US" dirty="0"/>
              <a:t>) {</a:t>
            </a:r>
          </a:p>
          <a:p>
            <a:r>
              <a:rPr lang="en-US" dirty="0"/>
              <a:t>        </a:t>
            </a:r>
            <a:r>
              <a:rPr lang="en-US" dirty="0" err="1"/>
              <a:t>this.apifix</a:t>
            </a:r>
            <a:r>
              <a:rPr lang="en-US" dirty="0"/>
              <a:t> = </a:t>
            </a:r>
            <a:r>
              <a:rPr lang="en-US" dirty="0" err="1"/>
              <a:t>apifix</a:t>
            </a:r>
            <a:r>
              <a:rPr lang="en-US" dirty="0"/>
              <a:t>;</a:t>
            </a:r>
          </a:p>
          <a:p>
            <a:r>
              <a:rPr lang="en-US" dirty="0"/>
              <a:t> }</a:t>
            </a:r>
          </a:p>
          <a:p>
            <a:endParaRPr lang="en-US" dirty="0"/>
          </a:p>
          <a:p>
            <a:endParaRPr lang="en-US" dirty="0"/>
          </a:p>
          <a:p>
            <a:r>
              <a:rPr lang="en-US" dirty="0"/>
              <a:t>async </a:t>
            </a:r>
            <a:r>
              <a:rPr lang="en-US" dirty="0" err="1"/>
              <a:t>generate_token</a:t>
            </a:r>
            <a:r>
              <a:rPr lang="en-US" dirty="0"/>
              <a:t>(</a:t>
            </a:r>
            <a:r>
              <a:rPr lang="en-US" dirty="0" err="1"/>
              <a:t>username,password</a:t>
            </a:r>
            <a:r>
              <a:rPr lang="en-US" dirty="0"/>
              <a:t>)</a:t>
            </a:r>
          </a:p>
          <a:p>
            <a:r>
              <a:rPr lang="en-US" dirty="0"/>
              <a:t>    {</a:t>
            </a:r>
          </a:p>
          <a:p>
            <a:r>
              <a:rPr lang="en-US" dirty="0"/>
              <a:t> return </a:t>
            </a:r>
            <a:r>
              <a:rPr lang="en-US" dirty="0" err="1"/>
              <a:t>this.apifix.post</a:t>
            </a:r>
            <a:r>
              <a:rPr lang="en-US" dirty="0"/>
              <a:t>('/auth',{</a:t>
            </a:r>
          </a:p>
          <a:p>
            <a:r>
              <a:rPr lang="en-US" dirty="0"/>
              <a:t>            data:</a:t>
            </a:r>
          </a:p>
          <a:p>
            <a:r>
              <a:rPr lang="en-US" dirty="0"/>
              <a:t>            {</a:t>
            </a:r>
            <a:r>
              <a:rPr lang="en-US" dirty="0" err="1"/>
              <a:t>username,password</a:t>
            </a:r>
            <a:r>
              <a:rPr lang="en-US" dirty="0"/>
              <a:t>}</a:t>
            </a:r>
          </a:p>
          <a:p>
            <a:r>
              <a:rPr lang="en-US" dirty="0"/>
              <a:t>        })</a:t>
            </a:r>
          </a:p>
          <a:p>
            <a:r>
              <a:rPr lang="en-US" dirty="0"/>
              <a:t>    }</a:t>
            </a:r>
          </a:p>
          <a:p>
            <a:r>
              <a:rPr lang="en-US" dirty="0"/>
              <a:t>}</a:t>
            </a:r>
          </a:p>
          <a:p>
            <a:pPr algn="ctr"/>
            <a:endParaRPr lang="en-US" dirty="0"/>
          </a:p>
        </p:txBody>
      </p:sp>
      <p:sp>
        <p:nvSpPr>
          <p:cNvPr id="7" name="Oval 6">
            <a:extLst>
              <a:ext uri="{FF2B5EF4-FFF2-40B4-BE49-F238E27FC236}">
                <a16:creationId xmlns:a16="http://schemas.microsoft.com/office/drawing/2014/main" id="{E2B8EDCC-2EF6-8752-C344-0CC2D2882AB2}"/>
              </a:ext>
            </a:extLst>
          </p:cNvPr>
          <p:cNvSpPr/>
          <p:nvPr/>
        </p:nvSpPr>
        <p:spPr>
          <a:xfrm>
            <a:off x="493776" y="1133856"/>
            <a:ext cx="2834640" cy="51206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For generating auth</a:t>
            </a:r>
          </a:p>
        </p:txBody>
      </p:sp>
      <p:sp>
        <p:nvSpPr>
          <p:cNvPr id="8" name="Rectangle 7">
            <a:extLst>
              <a:ext uri="{FF2B5EF4-FFF2-40B4-BE49-F238E27FC236}">
                <a16:creationId xmlns:a16="http://schemas.microsoft.com/office/drawing/2014/main" id="{E64094A2-570E-DC73-8F64-0778BB86E949}"/>
              </a:ext>
            </a:extLst>
          </p:cNvPr>
          <p:cNvSpPr/>
          <p:nvPr/>
        </p:nvSpPr>
        <p:spPr>
          <a:xfrm>
            <a:off x="5212080" y="1234440"/>
            <a:ext cx="2852928" cy="56235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Creating one </a:t>
            </a:r>
            <a:r>
              <a:rPr lang="en-US" dirty="0" err="1"/>
              <a:t>sconstructor</a:t>
            </a:r>
            <a:r>
              <a:rPr lang="en-US" dirty="0"/>
              <a:t>  to initialize it with custom fixture object since we have created a custom fixture for reusable method and initialized with playwright request we are passing the same object created in custom fixture to auth generation.</a:t>
            </a:r>
            <a:br>
              <a:rPr lang="en-US" dirty="0"/>
            </a:br>
            <a:br>
              <a:rPr lang="en-US" dirty="0"/>
            </a:br>
            <a:r>
              <a:rPr lang="en-US" dirty="0"/>
              <a:t>Then we are creating a method for creating auth using username and password and it will </a:t>
            </a:r>
            <a:r>
              <a:rPr lang="en-US" dirty="0" err="1"/>
              <a:t>retrun</a:t>
            </a:r>
            <a:r>
              <a:rPr lang="en-US" dirty="0"/>
              <a:t> with a post method of auth generation using post method</a:t>
            </a:r>
          </a:p>
        </p:txBody>
      </p:sp>
      <p:cxnSp>
        <p:nvCxnSpPr>
          <p:cNvPr id="10" name="Straight Arrow Connector 9">
            <a:extLst>
              <a:ext uri="{FF2B5EF4-FFF2-40B4-BE49-F238E27FC236}">
                <a16:creationId xmlns:a16="http://schemas.microsoft.com/office/drawing/2014/main" id="{4E416052-4D0A-778E-07F6-43B103C44EB6}"/>
              </a:ext>
            </a:extLst>
          </p:cNvPr>
          <p:cNvCxnSpPr>
            <a:cxnSpLocks/>
          </p:cNvCxnSpPr>
          <p:nvPr/>
        </p:nvCxnSpPr>
        <p:spPr>
          <a:xfrm flipV="1">
            <a:off x="2670048" y="2788920"/>
            <a:ext cx="2688336" cy="301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CBE9AC36-CB3D-99DA-E5CF-B39EE3B681B0}"/>
              </a:ext>
            </a:extLst>
          </p:cNvPr>
          <p:cNvCxnSpPr/>
          <p:nvPr/>
        </p:nvCxnSpPr>
        <p:spPr>
          <a:xfrm flipH="1" flipV="1">
            <a:off x="3593592" y="4480560"/>
            <a:ext cx="1764792" cy="265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1912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9EA02B-0F8E-7BA6-43A3-6C69C30B6AD5}"/>
              </a:ext>
            </a:extLst>
          </p:cNvPr>
          <p:cNvSpPr/>
          <p:nvPr/>
        </p:nvSpPr>
        <p:spPr>
          <a:xfrm>
            <a:off x="91440" y="0"/>
            <a:ext cx="12006072" cy="67665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200" b="1" dirty="0" err="1"/>
              <a:t>BookingService</a:t>
            </a:r>
            <a:r>
              <a:rPr lang="en-US" sz="1200" b="1" dirty="0"/>
              <a:t> – API Wrapper Methods</a:t>
            </a:r>
          </a:p>
          <a:p>
            <a:r>
              <a:rPr lang="en-US" sz="1200" dirty="0"/>
              <a:t>export class </a:t>
            </a:r>
            <a:r>
              <a:rPr lang="en-US" sz="1200" dirty="0" err="1"/>
              <a:t>BookingService</a:t>
            </a:r>
            <a:r>
              <a:rPr lang="en-US" sz="1200" dirty="0"/>
              <a:t> {</a:t>
            </a:r>
          </a:p>
          <a:p>
            <a:r>
              <a:rPr lang="en-US" sz="1200" dirty="0"/>
              <a:t>    constructor(</a:t>
            </a:r>
            <a:r>
              <a:rPr lang="en-US" sz="1200" dirty="0" err="1"/>
              <a:t>apifix</a:t>
            </a:r>
            <a:r>
              <a:rPr lang="en-US" sz="1200" dirty="0"/>
              <a:t>) {</a:t>
            </a:r>
          </a:p>
          <a:p>
            <a:r>
              <a:rPr lang="en-US" sz="1200" dirty="0"/>
              <a:t>        </a:t>
            </a:r>
            <a:r>
              <a:rPr lang="en-US" sz="1200" dirty="0" err="1"/>
              <a:t>this.apifix</a:t>
            </a:r>
            <a:r>
              <a:rPr lang="en-US" sz="1200" dirty="0"/>
              <a:t> = </a:t>
            </a:r>
            <a:r>
              <a:rPr lang="en-US" sz="1200" dirty="0" err="1"/>
              <a:t>apifix</a:t>
            </a:r>
            <a:r>
              <a:rPr lang="en-US" sz="1200" dirty="0"/>
              <a:t>;</a:t>
            </a:r>
          </a:p>
          <a:p>
            <a:r>
              <a:rPr lang="en-US" sz="1200" dirty="0"/>
              <a:t>    }</a:t>
            </a:r>
          </a:p>
          <a:p>
            <a:endParaRPr lang="en-US" sz="1200" dirty="0"/>
          </a:p>
          <a:p>
            <a:r>
              <a:rPr lang="en-US" sz="1200" dirty="0"/>
              <a:t>    async </a:t>
            </a:r>
            <a:r>
              <a:rPr lang="en-US" sz="1200" dirty="0" err="1"/>
              <a:t>createBooking</a:t>
            </a:r>
            <a:r>
              <a:rPr lang="en-US" sz="1200" dirty="0"/>
              <a:t>(data) {</a:t>
            </a:r>
          </a:p>
          <a:p>
            <a:r>
              <a:rPr lang="en-US" sz="1200" dirty="0"/>
              <a:t>        return </a:t>
            </a:r>
            <a:r>
              <a:rPr lang="en-US" sz="1200" dirty="0" err="1"/>
              <a:t>this.apifix.post</a:t>
            </a:r>
            <a:r>
              <a:rPr lang="en-US" sz="1200" dirty="0"/>
              <a:t>('/booking', { data });</a:t>
            </a:r>
          </a:p>
          <a:p>
            <a:r>
              <a:rPr lang="en-US" sz="1200" dirty="0"/>
              <a:t>    }</a:t>
            </a:r>
          </a:p>
          <a:p>
            <a:endParaRPr lang="en-US" sz="1200" dirty="0"/>
          </a:p>
          <a:p>
            <a:r>
              <a:rPr lang="en-US" sz="1200" dirty="0"/>
              <a:t>    async </a:t>
            </a:r>
            <a:r>
              <a:rPr lang="en-US" sz="1200" dirty="0" err="1"/>
              <a:t>getBooking</a:t>
            </a:r>
            <a:r>
              <a:rPr lang="en-US" sz="1200" dirty="0"/>
              <a:t>(id) {</a:t>
            </a:r>
          </a:p>
          <a:p>
            <a:r>
              <a:rPr lang="en-US" sz="1200" dirty="0"/>
              <a:t>        return </a:t>
            </a:r>
            <a:r>
              <a:rPr lang="en-US" sz="1200" dirty="0" err="1"/>
              <a:t>this.apifix.get</a:t>
            </a:r>
            <a:r>
              <a:rPr lang="en-US" sz="1200" dirty="0"/>
              <a:t>(`/booking/${id}`);</a:t>
            </a:r>
          </a:p>
          <a:p>
            <a:r>
              <a:rPr lang="en-US" sz="1200" dirty="0"/>
              <a:t>    }</a:t>
            </a:r>
          </a:p>
          <a:p>
            <a:endParaRPr lang="en-US" sz="1200" dirty="0"/>
          </a:p>
          <a:p>
            <a:r>
              <a:rPr lang="en-US" sz="1200" dirty="0"/>
              <a:t>    async </a:t>
            </a:r>
            <a:r>
              <a:rPr lang="en-US" sz="1200" dirty="0" err="1"/>
              <a:t>fullUpdate</a:t>
            </a:r>
            <a:r>
              <a:rPr lang="en-US" sz="1200" dirty="0"/>
              <a:t>(data, id, token) {</a:t>
            </a:r>
          </a:p>
          <a:p>
            <a:r>
              <a:rPr lang="en-US" sz="1200" dirty="0"/>
              <a:t>        return </a:t>
            </a:r>
            <a:r>
              <a:rPr lang="en-US" sz="1200" dirty="0" err="1"/>
              <a:t>this.apifix.put</a:t>
            </a:r>
            <a:r>
              <a:rPr lang="en-US" sz="1200" dirty="0"/>
              <a:t>(`/booking/${id}`, {</a:t>
            </a:r>
          </a:p>
          <a:p>
            <a:r>
              <a:rPr lang="en-US" sz="1200" dirty="0"/>
              <a:t>            headers: { Cookie: `token=${token}` },</a:t>
            </a:r>
          </a:p>
          <a:p>
            <a:r>
              <a:rPr lang="en-US" sz="1200" dirty="0"/>
              <a:t>            data</a:t>
            </a:r>
          </a:p>
          <a:p>
            <a:r>
              <a:rPr lang="en-US" sz="1200" dirty="0"/>
              <a:t>        });</a:t>
            </a:r>
          </a:p>
          <a:p>
            <a:r>
              <a:rPr lang="en-US" sz="1200" dirty="0"/>
              <a:t>    }</a:t>
            </a:r>
          </a:p>
          <a:p>
            <a:endParaRPr lang="en-US" sz="1200" dirty="0"/>
          </a:p>
          <a:p>
            <a:r>
              <a:rPr lang="en-US" sz="1200" dirty="0"/>
              <a:t>    async </a:t>
            </a:r>
            <a:r>
              <a:rPr lang="en-US" sz="1200" dirty="0" err="1"/>
              <a:t>partialUpdate</a:t>
            </a:r>
            <a:r>
              <a:rPr lang="en-US" sz="1200" dirty="0"/>
              <a:t>(data, id, token) {</a:t>
            </a:r>
          </a:p>
          <a:p>
            <a:r>
              <a:rPr lang="en-US" sz="1200" dirty="0"/>
              <a:t>        return </a:t>
            </a:r>
            <a:r>
              <a:rPr lang="en-US" sz="1200" dirty="0" err="1"/>
              <a:t>this.apifix.patch</a:t>
            </a:r>
            <a:r>
              <a:rPr lang="en-US" sz="1200" dirty="0"/>
              <a:t>(`/booking/${id}`, {</a:t>
            </a:r>
          </a:p>
          <a:p>
            <a:r>
              <a:rPr lang="en-US" sz="1200" dirty="0"/>
              <a:t>            headers: { Cookie: `token=${token}` },</a:t>
            </a:r>
          </a:p>
          <a:p>
            <a:r>
              <a:rPr lang="en-US" sz="1200" dirty="0"/>
              <a:t>            data</a:t>
            </a:r>
          </a:p>
          <a:p>
            <a:r>
              <a:rPr lang="en-US" sz="1200" dirty="0"/>
              <a:t>        });</a:t>
            </a:r>
          </a:p>
          <a:p>
            <a:r>
              <a:rPr lang="en-US" sz="1200" dirty="0"/>
              <a:t>    }</a:t>
            </a:r>
          </a:p>
          <a:p>
            <a:endParaRPr lang="en-US" sz="1200" dirty="0"/>
          </a:p>
          <a:p>
            <a:r>
              <a:rPr lang="en-US" sz="1200" dirty="0"/>
              <a:t>    async </a:t>
            </a:r>
            <a:r>
              <a:rPr lang="en-US" sz="1200" dirty="0" err="1"/>
              <a:t>delete_record</a:t>
            </a:r>
            <a:r>
              <a:rPr lang="en-US" sz="1200" dirty="0"/>
              <a:t>(id, token) {</a:t>
            </a:r>
          </a:p>
          <a:p>
            <a:r>
              <a:rPr lang="en-US" sz="1200" dirty="0"/>
              <a:t>        return </a:t>
            </a:r>
            <a:r>
              <a:rPr lang="en-US" sz="1200" dirty="0" err="1"/>
              <a:t>this.apifix.delete</a:t>
            </a:r>
            <a:r>
              <a:rPr lang="en-US" sz="1200" dirty="0"/>
              <a:t>(`/booking/${id}`, {</a:t>
            </a:r>
          </a:p>
          <a:p>
            <a:r>
              <a:rPr lang="en-US" sz="1200" dirty="0"/>
              <a:t>            headers: { Cookie: `token=${token}` }</a:t>
            </a:r>
          </a:p>
          <a:p>
            <a:r>
              <a:rPr lang="en-US" sz="1200" dirty="0"/>
              <a:t>        });</a:t>
            </a:r>
          </a:p>
          <a:p>
            <a:r>
              <a:rPr lang="en-US" sz="1200" dirty="0"/>
              <a:t>    }</a:t>
            </a:r>
          </a:p>
          <a:p>
            <a:r>
              <a:rPr lang="en-US" sz="1200" dirty="0"/>
              <a:t>}</a:t>
            </a:r>
          </a:p>
          <a:p>
            <a:r>
              <a:rPr lang="en-US" sz="1200" b="1" dirty="0"/>
              <a:t>Methods:</a:t>
            </a:r>
            <a:r>
              <a:rPr lang="en-US" sz="1200" dirty="0"/>
              <a:t> POST – Create | GET – Retrieve | PUT – Full Update | PATCH – Partial Update | DELETE – Remove</a:t>
            </a:r>
          </a:p>
          <a:p>
            <a:pPr algn="ctr"/>
            <a:endParaRPr lang="en-US" sz="1200" dirty="0"/>
          </a:p>
        </p:txBody>
      </p:sp>
      <p:sp>
        <p:nvSpPr>
          <p:cNvPr id="3" name="Oval 2">
            <a:extLst>
              <a:ext uri="{FF2B5EF4-FFF2-40B4-BE49-F238E27FC236}">
                <a16:creationId xmlns:a16="http://schemas.microsoft.com/office/drawing/2014/main" id="{6ABA478E-CB40-2E6B-C4A4-40B86C493950}"/>
              </a:ext>
            </a:extLst>
          </p:cNvPr>
          <p:cNvSpPr/>
          <p:nvPr/>
        </p:nvSpPr>
        <p:spPr>
          <a:xfrm>
            <a:off x="10680192" y="3383280"/>
            <a:ext cx="1673352" cy="34381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Method chaining </a:t>
            </a:r>
            <a:r>
              <a:rPr lang="en-US" dirty="0" err="1"/>
              <a:t>thevai</a:t>
            </a:r>
            <a:r>
              <a:rPr lang="en-US" dirty="0"/>
              <a:t> </a:t>
            </a:r>
            <a:r>
              <a:rPr lang="en-US" dirty="0" err="1"/>
              <a:t>aana</a:t>
            </a:r>
            <a:r>
              <a:rPr lang="en-US" dirty="0"/>
              <a:t> </a:t>
            </a:r>
            <a:r>
              <a:rPr lang="en-US" dirty="0" err="1"/>
              <a:t>ella</a:t>
            </a:r>
            <a:r>
              <a:rPr lang="en-US" dirty="0"/>
              <a:t> method </a:t>
            </a:r>
            <a:r>
              <a:rPr lang="en-US" dirty="0" err="1"/>
              <a:t>idhula</a:t>
            </a:r>
            <a:r>
              <a:rPr lang="en-US" dirty="0"/>
              <a:t> </a:t>
            </a:r>
            <a:r>
              <a:rPr lang="en-US" dirty="0" err="1"/>
              <a:t>irukhu</a:t>
            </a:r>
            <a:endParaRPr lang="en-US" dirty="0"/>
          </a:p>
        </p:txBody>
      </p:sp>
      <p:sp>
        <p:nvSpPr>
          <p:cNvPr id="4" name="Rectangle 3">
            <a:extLst>
              <a:ext uri="{FF2B5EF4-FFF2-40B4-BE49-F238E27FC236}">
                <a16:creationId xmlns:a16="http://schemas.microsoft.com/office/drawing/2014/main" id="{8FEF91A1-C243-7EAE-7392-1153BD538F76}"/>
              </a:ext>
            </a:extLst>
          </p:cNvPr>
          <p:cNvSpPr/>
          <p:nvPr/>
        </p:nvSpPr>
        <p:spPr>
          <a:xfrm>
            <a:off x="3630168" y="146304"/>
            <a:ext cx="7050024" cy="60533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Mudhla</a:t>
            </a:r>
            <a:r>
              <a:rPr lang="en-US" dirty="0"/>
              <a:t> </a:t>
            </a:r>
            <a:r>
              <a:rPr lang="en-US" dirty="0" err="1"/>
              <a:t>oru</a:t>
            </a:r>
            <a:r>
              <a:rPr lang="en-US" dirty="0"/>
              <a:t> class create </a:t>
            </a:r>
            <a:r>
              <a:rPr lang="en-US" dirty="0" err="1"/>
              <a:t>pannikurom</a:t>
            </a:r>
            <a:r>
              <a:rPr lang="en-US" dirty="0"/>
              <a:t> export </a:t>
            </a:r>
            <a:r>
              <a:rPr lang="en-US" dirty="0" err="1"/>
              <a:t>oda</a:t>
            </a:r>
            <a:r>
              <a:rPr lang="en-US" dirty="0"/>
              <a:t> </a:t>
            </a:r>
            <a:r>
              <a:rPr lang="en-US" dirty="0" err="1"/>
              <a:t>becoz</a:t>
            </a:r>
            <a:r>
              <a:rPr lang="en-US" dirty="0"/>
              <a:t> </a:t>
            </a:r>
            <a:r>
              <a:rPr lang="en-US" dirty="0" err="1"/>
              <a:t>namma</a:t>
            </a:r>
            <a:r>
              <a:rPr lang="en-US" dirty="0"/>
              <a:t> test class la use panna </a:t>
            </a:r>
            <a:r>
              <a:rPr lang="en-US" dirty="0" err="1"/>
              <a:t>porom</a:t>
            </a:r>
            <a:br>
              <a:rPr lang="en-US" dirty="0"/>
            </a:br>
            <a:r>
              <a:rPr lang="en-US" dirty="0"/>
              <a:t>then constructor for </a:t>
            </a:r>
            <a:r>
              <a:rPr lang="en-US" dirty="0" err="1"/>
              <a:t>initilialization</a:t>
            </a:r>
            <a:br>
              <a:rPr lang="en-US" dirty="0"/>
            </a:br>
            <a:br>
              <a:rPr lang="en-US" dirty="0"/>
            </a:br>
            <a:r>
              <a:rPr lang="en-US" dirty="0"/>
              <a:t>post </a:t>
            </a:r>
            <a:r>
              <a:rPr lang="en-US" dirty="0" err="1"/>
              <a:t>ku</a:t>
            </a:r>
            <a:r>
              <a:rPr lang="en-US" dirty="0"/>
              <a:t> body </a:t>
            </a:r>
            <a:r>
              <a:rPr lang="en-US" dirty="0" err="1"/>
              <a:t>venum</a:t>
            </a:r>
            <a:r>
              <a:rPr lang="en-US" dirty="0"/>
              <a:t> </a:t>
            </a:r>
            <a:r>
              <a:rPr lang="en-US" dirty="0" err="1"/>
              <a:t>adha</a:t>
            </a:r>
            <a:r>
              <a:rPr lang="en-US" dirty="0"/>
              <a:t> test la </a:t>
            </a:r>
            <a:r>
              <a:rPr lang="en-US" dirty="0" err="1"/>
              <a:t>irundhu</a:t>
            </a:r>
            <a:r>
              <a:rPr lang="en-US" dirty="0"/>
              <a:t> pass </a:t>
            </a:r>
            <a:r>
              <a:rPr lang="en-US" dirty="0" err="1"/>
              <a:t>pannuvom</a:t>
            </a:r>
            <a:r>
              <a:rPr lang="en-US" dirty="0"/>
              <a:t> </a:t>
            </a:r>
            <a:r>
              <a:rPr lang="en-US" dirty="0" err="1"/>
              <a:t>apifix</a:t>
            </a:r>
            <a:r>
              <a:rPr lang="en-US" dirty="0"/>
              <a:t> dan custom fixture object for </a:t>
            </a:r>
            <a:r>
              <a:rPr lang="en-US" dirty="0" err="1"/>
              <a:t>api</a:t>
            </a:r>
            <a:r>
              <a:rPr lang="en-US" dirty="0"/>
              <a:t> </a:t>
            </a:r>
            <a:r>
              <a:rPr lang="en-US" dirty="0" err="1"/>
              <a:t>adhu</a:t>
            </a:r>
            <a:r>
              <a:rPr lang="en-US" dirty="0"/>
              <a:t> </a:t>
            </a:r>
            <a:r>
              <a:rPr lang="en-US" dirty="0" err="1"/>
              <a:t>moolaiyuma</a:t>
            </a:r>
            <a:r>
              <a:rPr lang="en-US" dirty="0"/>
              <a:t> we are doing post along with path parameter /booking</a:t>
            </a:r>
            <a:br>
              <a:rPr lang="en-US" dirty="0"/>
            </a:br>
            <a:r>
              <a:rPr lang="en-US" dirty="0"/>
              <a:t>and data </a:t>
            </a:r>
            <a:r>
              <a:rPr lang="en-US" dirty="0" err="1"/>
              <a:t>vandhu</a:t>
            </a:r>
            <a:r>
              <a:rPr lang="en-US" dirty="0"/>
              <a:t> body of request which we are passing as </a:t>
            </a:r>
            <a:r>
              <a:rPr lang="en-US" dirty="0" err="1"/>
              <a:t>javascript</a:t>
            </a:r>
            <a:r>
              <a:rPr lang="en-US" dirty="0"/>
              <a:t> objects </a:t>
            </a:r>
            <a:r>
              <a:rPr lang="en-US" dirty="0" err="1"/>
              <a:t>adhu</a:t>
            </a:r>
            <a:r>
              <a:rPr lang="en-US" dirty="0"/>
              <a:t> natural ah </a:t>
            </a:r>
            <a:r>
              <a:rPr lang="en-US" dirty="0" err="1"/>
              <a:t>javascript</a:t>
            </a:r>
            <a:r>
              <a:rPr lang="en-US" dirty="0"/>
              <a:t> to </a:t>
            </a:r>
            <a:r>
              <a:rPr lang="en-US" dirty="0" err="1"/>
              <a:t>json</a:t>
            </a:r>
            <a:r>
              <a:rPr lang="en-US" dirty="0"/>
              <a:t> format </a:t>
            </a:r>
            <a:r>
              <a:rPr lang="en-US" dirty="0" err="1"/>
              <a:t>ku</a:t>
            </a:r>
            <a:r>
              <a:rPr lang="en-US" dirty="0"/>
              <a:t> </a:t>
            </a:r>
            <a:r>
              <a:rPr lang="en-US" dirty="0" err="1"/>
              <a:t>maarum</a:t>
            </a:r>
            <a:r>
              <a:rPr lang="en-US" dirty="0"/>
              <a:t> when we are hitting an </a:t>
            </a:r>
            <a:r>
              <a:rPr lang="en-US" dirty="0" err="1"/>
              <a:t>api</a:t>
            </a:r>
            <a:r>
              <a:rPr lang="en-US" dirty="0"/>
              <a:t> this Is called serialization</a:t>
            </a:r>
          </a:p>
          <a:p>
            <a:pPr algn="ctr"/>
            <a:endParaRPr lang="en-US" dirty="0"/>
          </a:p>
          <a:p>
            <a:pPr algn="ctr"/>
            <a:r>
              <a:rPr lang="en-US" dirty="0"/>
              <a:t>Oru </a:t>
            </a:r>
            <a:r>
              <a:rPr lang="en-US" dirty="0" err="1"/>
              <a:t>oru</a:t>
            </a:r>
            <a:r>
              <a:rPr lang="en-US" dirty="0"/>
              <a:t> method </a:t>
            </a:r>
            <a:r>
              <a:rPr lang="en-US" dirty="0" err="1"/>
              <a:t>ku</a:t>
            </a:r>
            <a:r>
              <a:rPr lang="en-US" dirty="0"/>
              <a:t> </a:t>
            </a:r>
            <a:r>
              <a:rPr lang="en-US" dirty="0" err="1"/>
              <a:t>oru</a:t>
            </a:r>
            <a:r>
              <a:rPr lang="en-US" dirty="0"/>
              <a:t> parameter for get we need to read a record so we are using booking id</a:t>
            </a:r>
            <a:br>
              <a:rPr lang="en-US" dirty="0"/>
            </a:br>
            <a:br>
              <a:rPr lang="en-US" dirty="0"/>
            </a:br>
            <a:r>
              <a:rPr lang="en-US" dirty="0"/>
              <a:t>put, patch </a:t>
            </a:r>
            <a:r>
              <a:rPr lang="en-US" dirty="0" err="1"/>
              <a:t>ku</a:t>
            </a:r>
            <a:r>
              <a:rPr lang="en-US" dirty="0"/>
              <a:t> </a:t>
            </a:r>
            <a:r>
              <a:rPr lang="en-US" dirty="0" err="1"/>
              <a:t>oru</a:t>
            </a:r>
            <a:r>
              <a:rPr lang="en-US" dirty="0"/>
              <a:t> record </a:t>
            </a:r>
            <a:r>
              <a:rPr lang="en-US" dirty="0" err="1"/>
              <a:t>oda</a:t>
            </a:r>
            <a:r>
              <a:rPr lang="en-US" dirty="0"/>
              <a:t> id and </a:t>
            </a:r>
            <a:r>
              <a:rPr lang="en-US" dirty="0" err="1"/>
              <a:t>enna</a:t>
            </a:r>
            <a:r>
              <a:rPr lang="en-US" dirty="0"/>
              <a:t> </a:t>
            </a:r>
            <a:r>
              <a:rPr lang="en-US" dirty="0" err="1"/>
              <a:t>namma</a:t>
            </a:r>
            <a:r>
              <a:rPr lang="en-US" dirty="0"/>
              <a:t> update panna </a:t>
            </a:r>
            <a:r>
              <a:rPr lang="en-US" dirty="0" err="1"/>
              <a:t>poromo</a:t>
            </a:r>
            <a:r>
              <a:rPr lang="en-US" dirty="0"/>
              <a:t> </a:t>
            </a:r>
            <a:r>
              <a:rPr lang="en-US" dirty="0" err="1"/>
              <a:t>andha</a:t>
            </a:r>
            <a:r>
              <a:rPr lang="en-US" dirty="0"/>
              <a:t> body content, token </a:t>
            </a:r>
          </a:p>
          <a:p>
            <a:pPr algn="ctr"/>
            <a:endParaRPr lang="en-US" dirty="0"/>
          </a:p>
          <a:p>
            <a:pPr algn="ctr"/>
            <a:r>
              <a:rPr lang="en-US" dirty="0"/>
              <a:t>Delete </a:t>
            </a:r>
            <a:r>
              <a:rPr lang="en-US" dirty="0" err="1"/>
              <a:t>ku</a:t>
            </a:r>
            <a:r>
              <a:rPr lang="en-US" dirty="0"/>
              <a:t> token and id for the record which we going to delete.</a:t>
            </a:r>
            <a:br>
              <a:rPr lang="en-US" dirty="0"/>
            </a:br>
            <a:r>
              <a:rPr lang="en-US" dirty="0"/>
              <a:t>Token </a:t>
            </a:r>
            <a:r>
              <a:rPr lang="en-US" dirty="0" err="1"/>
              <a:t>na</a:t>
            </a:r>
            <a:r>
              <a:rPr lang="en-US" dirty="0"/>
              <a:t> like authentication</a:t>
            </a:r>
          </a:p>
        </p:txBody>
      </p:sp>
    </p:spTree>
    <p:extLst>
      <p:ext uri="{BB962C8B-B14F-4D97-AF65-F5344CB8AC3E}">
        <p14:creationId xmlns:p14="http://schemas.microsoft.com/office/powerpoint/2010/main" val="9306293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9CB8C1-AB44-07D2-EAE1-BFA4CFABDAD0}"/>
              </a:ext>
            </a:extLst>
          </p:cNvPr>
          <p:cNvSpPr/>
          <p:nvPr/>
        </p:nvSpPr>
        <p:spPr>
          <a:xfrm>
            <a:off x="100584" y="0"/>
            <a:ext cx="11795760" cy="73517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400" b="1" dirty="0"/>
              <a:t>API E2E – Sequential Chaining</a:t>
            </a:r>
          </a:p>
          <a:p>
            <a:r>
              <a:rPr lang="en-US" sz="1400" dirty="0"/>
              <a:t>import { test, expect } from '../../</a:t>
            </a:r>
            <a:r>
              <a:rPr lang="en-US" sz="1400" dirty="0" err="1"/>
              <a:t>customfixture</a:t>
            </a:r>
            <a:r>
              <a:rPr lang="en-US" sz="1400" dirty="0"/>
              <a:t>/apiClient.js';</a:t>
            </a:r>
          </a:p>
          <a:p>
            <a:r>
              <a:rPr lang="en-US" sz="1400" dirty="0"/>
              <a:t>import { </a:t>
            </a:r>
            <a:r>
              <a:rPr lang="en-US" sz="1400" dirty="0" err="1"/>
              <a:t>authservice</a:t>
            </a:r>
            <a:r>
              <a:rPr lang="en-US" sz="1400" dirty="0"/>
              <a:t> } from '../../</a:t>
            </a:r>
            <a:r>
              <a:rPr lang="en-US" sz="1400" dirty="0" err="1"/>
              <a:t>api</a:t>
            </a:r>
            <a:r>
              <a:rPr lang="en-US" sz="1400" dirty="0"/>
              <a:t>/service/authService.js';</a:t>
            </a:r>
          </a:p>
          <a:p>
            <a:r>
              <a:rPr lang="en-US" sz="1400" dirty="0"/>
              <a:t>import { </a:t>
            </a:r>
            <a:r>
              <a:rPr lang="en-US" sz="1400" dirty="0" err="1"/>
              <a:t>BookingService</a:t>
            </a:r>
            <a:r>
              <a:rPr lang="en-US" sz="1400" dirty="0"/>
              <a:t> } from '../../</a:t>
            </a:r>
            <a:r>
              <a:rPr lang="en-US" sz="1400" dirty="0" err="1"/>
              <a:t>api</a:t>
            </a:r>
            <a:r>
              <a:rPr lang="en-US" sz="1400" dirty="0"/>
              <a:t>/service/bookingService.js';</a:t>
            </a:r>
          </a:p>
          <a:p>
            <a:endParaRPr lang="en-US" sz="1400" dirty="0"/>
          </a:p>
          <a:p>
            <a:r>
              <a:rPr lang="en-US" sz="1400" dirty="0"/>
              <a:t>test('API Sequential Chaining', async ({ </a:t>
            </a:r>
            <a:r>
              <a:rPr lang="en-US" sz="1400" dirty="0" err="1"/>
              <a:t>apifix</a:t>
            </a:r>
            <a:r>
              <a:rPr lang="en-US" sz="1400" dirty="0"/>
              <a:t> }) =&gt; {</a:t>
            </a:r>
          </a:p>
          <a:p>
            <a:r>
              <a:rPr lang="en-US" sz="1400" dirty="0"/>
              <a:t>    const auth = new </a:t>
            </a:r>
            <a:r>
              <a:rPr lang="en-US" sz="1400" dirty="0" err="1"/>
              <a:t>authservice</a:t>
            </a:r>
            <a:r>
              <a:rPr lang="en-US" sz="1400" dirty="0"/>
              <a:t>(</a:t>
            </a:r>
            <a:r>
              <a:rPr lang="en-US" sz="1400" dirty="0" err="1"/>
              <a:t>apifix</a:t>
            </a:r>
            <a:r>
              <a:rPr lang="en-US" sz="1400" dirty="0"/>
              <a:t>);</a:t>
            </a:r>
          </a:p>
          <a:p>
            <a:r>
              <a:rPr lang="en-US" sz="1400" dirty="0"/>
              <a:t>    const booking = new </a:t>
            </a:r>
            <a:r>
              <a:rPr lang="en-US" sz="1400" dirty="0" err="1"/>
              <a:t>BookingService</a:t>
            </a:r>
            <a:r>
              <a:rPr lang="en-US" sz="1400" dirty="0"/>
              <a:t>(</a:t>
            </a:r>
            <a:r>
              <a:rPr lang="en-US" sz="1400" dirty="0" err="1"/>
              <a:t>apifix</a:t>
            </a:r>
            <a:r>
              <a:rPr lang="en-US" sz="1400" dirty="0"/>
              <a:t>);</a:t>
            </a:r>
          </a:p>
          <a:p>
            <a:r>
              <a:rPr lang="en-US" sz="1400" dirty="0"/>
              <a:t>    const data = {</a:t>
            </a:r>
          </a:p>
          <a:p>
            <a:r>
              <a:rPr lang="en-US" sz="1400" dirty="0"/>
              <a:t>        </a:t>
            </a:r>
            <a:r>
              <a:rPr lang="en-US" sz="1400" dirty="0" err="1"/>
              <a:t>firstname</a:t>
            </a:r>
            <a:r>
              <a:rPr lang="en-US" sz="1400" dirty="0"/>
              <a:t>: 'Harish', </a:t>
            </a:r>
            <a:r>
              <a:rPr lang="en-US" sz="1400" dirty="0" err="1"/>
              <a:t>lastname</a:t>
            </a:r>
            <a:r>
              <a:rPr lang="en-US" sz="1400" dirty="0"/>
              <a:t>: 'Baskar’, </a:t>
            </a:r>
            <a:r>
              <a:rPr lang="en-US" sz="1400" dirty="0" err="1"/>
              <a:t>totalprice</a:t>
            </a:r>
            <a:r>
              <a:rPr lang="en-US" sz="1400" dirty="0"/>
              <a:t>: 1500, </a:t>
            </a:r>
            <a:r>
              <a:rPr lang="en-US" sz="1400" dirty="0" err="1"/>
              <a:t>depositpaid</a:t>
            </a:r>
            <a:r>
              <a:rPr lang="en-US" sz="1400" dirty="0"/>
              <a:t>: true,</a:t>
            </a:r>
          </a:p>
          <a:p>
            <a:r>
              <a:rPr lang="en-US" sz="1400" dirty="0"/>
              <a:t>        </a:t>
            </a:r>
            <a:r>
              <a:rPr lang="en-US" sz="1400" dirty="0" err="1"/>
              <a:t>bookingdates</a:t>
            </a:r>
            <a:r>
              <a:rPr lang="en-US" sz="1400" dirty="0"/>
              <a:t>: { </a:t>
            </a:r>
            <a:r>
              <a:rPr lang="en-US" sz="1400" dirty="0" err="1"/>
              <a:t>checkin</a:t>
            </a:r>
            <a:r>
              <a:rPr lang="en-US" sz="1400" dirty="0"/>
              <a:t>: '2026-11-01', checkout: '2026-11-05' },</a:t>
            </a:r>
          </a:p>
          <a:p>
            <a:r>
              <a:rPr lang="en-US" sz="1400" dirty="0"/>
              <a:t>        </a:t>
            </a:r>
            <a:r>
              <a:rPr lang="en-US" sz="1400" dirty="0" err="1"/>
              <a:t>additionalneeds</a:t>
            </a:r>
            <a:r>
              <a:rPr lang="en-US" sz="1400" dirty="0"/>
              <a:t>: 'Breakfast'</a:t>
            </a:r>
          </a:p>
          <a:p>
            <a:r>
              <a:rPr lang="en-US" sz="1400" dirty="0"/>
              <a:t>    };</a:t>
            </a:r>
          </a:p>
          <a:p>
            <a:endParaRPr lang="en-US" sz="1400" dirty="0"/>
          </a:p>
          <a:p>
            <a:r>
              <a:rPr lang="en-US" sz="1400" dirty="0"/>
              <a:t>    const </a:t>
            </a:r>
            <a:r>
              <a:rPr lang="en-US" sz="1400" dirty="0" err="1"/>
              <a:t>authRes</a:t>
            </a:r>
            <a:r>
              <a:rPr lang="en-US" sz="1400" dirty="0"/>
              <a:t> = await </a:t>
            </a:r>
            <a:r>
              <a:rPr lang="en-US" sz="1400" dirty="0" err="1"/>
              <a:t>auth.generate_token</a:t>
            </a:r>
            <a:r>
              <a:rPr lang="en-US" sz="1400" dirty="0"/>
              <a:t>('admin', 'password123');</a:t>
            </a:r>
          </a:p>
          <a:p>
            <a:r>
              <a:rPr lang="en-US" sz="1400" dirty="0"/>
              <a:t>    expect(</a:t>
            </a:r>
            <a:r>
              <a:rPr lang="en-US" sz="1400" dirty="0" err="1"/>
              <a:t>authRes.status</a:t>
            </a:r>
            <a:r>
              <a:rPr lang="en-US" sz="1400" dirty="0"/>
              <a:t>()).</a:t>
            </a:r>
            <a:r>
              <a:rPr lang="en-US" sz="1400" dirty="0" err="1"/>
              <a:t>toBe</a:t>
            </a:r>
            <a:r>
              <a:rPr lang="en-US" sz="1400" dirty="0"/>
              <a:t>(200);</a:t>
            </a:r>
          </a:p>
          <a:p>
            <a:r>
              <a:rPr lang="en-US" sz="1400" dirty="0"/>
              <a:t>    const token = (await </a:t>
            </a:r>
            <a:r>
              <a:rPr lang="en-US" sz="1400" dirty="0" err="1"/>
              <a:t>authRes.json</a:t>
            </a:r>
            <a:r>
              <a:rPr lang="en-US" sz="1400" dirty="0"/>
              <a:t>()).token;</a:t>
            </a:r>
          </a:p>
          <a:p>
            <a:r>
              <a:rPr lang="en-US" sz="1400" dirty="0"/>
              <a:t>    expect(token).</a:t>
            </a:r>
            <a:r>
              <a:rPr lang="en-US" sz="1400" dirty="0" err="1"/>
              <a:t>toBeTruthy</a:t>
            </a:r>
            <a:r>
              <a:rPr lang="en-US" sz="1400" dirty="0"/>
              <a:t>();</a:t>
            </a:r>
          </a:p>
          <a:p>
            <a:endParaRPr lang="en-US" sz="1400" dirty="0"/>
          </a:p>
          <a:p>
            <a:r>
              <a:rPr lang="en-US" sz="1400" dirty="0"/>
              <a:t>    const post = await </a:t>
            </a:r>
            <a:r>
              <a:rPr lang="en-US" sz="1400" dirty="0" err="1"/>
              <a:t>booking.createBooking</a:t>
            </a:r>
            <a:r>
              <a:rPr lang="en-US" sz="1400" dirty="0"/>
              <a:t>(data);</a:t>
            </a:r>
          </a:p>
          <a:p>
            <a:r>
              <a:rPr lang="en-US" sz="1400" dirty="0"/>
              <a:t>    expect(</a:t>
            </a:r>
            <a:r>
              <a:rPr lang="en-US" sz="1400" dirty="0" err="1"/>
              <a:t>post.status</a:t>
            </a:r>
            <a:r>
              <a:rPr lang="en-US" sz="1400" dirty="0"/>
              <a:t>()).</a:t>
            </a:r>
            <a:r>
              <a:rPr lang="en-US" sz="1400" dirty="0" err="1"/>
              <a:t>toBe</a:t>
            </a:r>
            <a:r>
              <a:rPr lang="en-US" sz="1400" dirty="0"/>
              <a:t>(200);</a:t>
            </a:r>
          </a:p>
          <a:p>
            <a:r>
              <a:rPr lang="en-US" sz="1400" dirty="0"/>
              <a:t>    const created = await </a:t>
            </a:r>
            <a:r>
              <a:rPr lang="en-US" sz="1400" dirty="0" err="1"/>
              <a:t>post.json</a:t>
            </a:r>
            <a:r>
              <a:rPr lang="en-US" sz="1400" dirty="0"/>
              <a:t>();</a:t>
            </a:r>
          </a:p>
          <a:p>
            <a:r>
              <a:rPr lang="en-US" sz="1400" dirty="0"/>
              <a:t>    const id = </a:t>
            </a:r>
            <a:r>
              <a:rPr lang="en-US" sz="1400" dirty="0" err="1"/>
              <a:t>created.bookingid</a:t>
            </a:r>
            <a:r>
              <a:rPr lang="en-US" sz="1400" dirty="0"/>
              <a:t>;</a:t>
            </a:r>
          </a:p>
          <a:p>
            <a:r>
              <a:rPr lang="en-US" sz="1400" dirty="0"/>
              <a:t>    expect(id).</a:t>
            </a:r>
            <a:r>
              <a:rPr lang="en-US" sz="1400" dirty="0" err="1"/>
              <a:t>toBeTruthy</a:t>
            </a:r>
            <a:r>
              <a:rPr lang="en-US" sz="1400" dirty="0"/>
              <a:t>();</a:t>
            </a:r>
          </a:p>
          <a:p>
            <a:r>
              <a:rPr lang="en-US" sz="1400" dirty="0"/>
              <a:t>    expect(</a:t>
            </a:r>
            <a:r>
              <a:rPr lang="en-US" sz="1400" dirty="0" err="1"/>
              <a:t>created.booking.firstname</a:t>
            </a:r>
            <a:r>
              <a:rPr lang="en-US" sz="1400" dirty="0"/>
              <a:t>).</a:t>
            </a:r>
            <a:r>
              <a:rPr lang="en-US" sz="1400" dirty="0" err="1"/>
              <a:t>toBe</a:t>
            </a:r>
            <a:r>
              <a:rPr lang="en-US" sz="1400" dirty="0"/>
              <a:t>(</a:t>
            </a:r>
            <a:r>
              <a:rPr lang="en-US" sz="1400" dirty="0" err="1"/>
              <a:t>data.firstname</a:t>
            </a:r>
            <a:r>
              <a:rPr lang="en-US" sz="1400" dirty="0"/>
              <a:t>);</a:t>
            </a:r>
          </a:p>
          <a:p>
            <a:endParaRPr lang="en-US" sz="1400" dirty="0"/>
          </a:p>
          <a:p>
            <a:r>
              <a:rPr lang="en-US" sz="1400" dirty="0"/>
              <a:t>    const get = await </a:t>
            </a:r>
            <a:r>
              <a:rPr lang="en-US" sz="1400" dirty="0" err="1"/>
              <a:t>booking.getBooking</a:t>
            </a:r>
            <a:r>
              <a:rPr lang="en-US" sz="1400" dirty="0"/>
              <a:t>(id);</a:t>
            </a:r>
          </a:p>
          <a:p>
            <a:r>
              <a:rPr lang="en-US" sz="1400" dirty="0"/>
              <a:t>    expect(</a:t>
            </a:r>
            <a:r>
              <a:rPr lang="en-US" sz="1400" dirty="0" err="1"/>
              <a:t>get.status</a:t>
            </a:r>
            <a:r>
              <a:rPr lang="en-US" sz="1400" dirty="0"/>
              <a:t>()).</a:t>
            </a:r>
            <a:r>
              <a:rPr lang="en-US" sz="1400" dirty="0" err="1"/>
              <a:t>toBe</a:t>
            </a:r>
            <a:r>
              <a:rPr lang="en-US" sz="1400" dirty="0"/>
              <a:t>(200);</a:t>
            </a:r>
          </a:p>
          <a:p>
            <a:r>
              <a:rPr lang="en-US" sz="1400" dirty="0"/>
              <a:t>    expect((await </a:t>
            </a:r>
            <a:r>
              <a:rPr lang="en-US" sz="1400" dirty="0" err="1"/>
              <a:t>get.json</a:t>
            </a:r>
            <a:r>
              <a:rPr lang="en-US" sz="1400" dirty="0"/>
              <a:t>()).</a:t>
            </a:r>
            <a:r>
              <a:rPr lang="en-US" sz="1400" dirty="0" err="1"/>
              <a:t>lastname</a:t>
            </a:r>
            <a:r>
              <a:rPr lang="en-US" sz="1400" dirty="0"/>
              <a:t>).</a:t>
            </a:r>
            <a:r>
              <a:rPr lang="en-US" sz="1400" dirty="0" err="1"/>
              <a:t>toBe</a:t>
            </a:r>
            <a:r>
              <a:rPr lang="en-US" sz="1400" dirty="0"/>
              <a:t>(</a:t>
            </a:r>
            <a:r>
              <a:rPr lang="en-US" sz="1400" dirty="0" err="1"/>
              <a:t>data.lastname</a:t>
            </a:r>
            <a:r>
              <a:rPr lang="en-US" sz="1400" dirty="0"/>
              <a:t>);</a:t>
            </a:r>
          </a:p>
          <a:p>
            <a:endParaRPr lang="en-US" sz="1400" dirty="0"/>
          </a:p>
          <a:p>
            <a:r>
              <a:rPr lang="en-US" sz="1400" dirty="0"/>
              <a:t>    const patch = await </a:t>
            </a:r>
            <a:r>
              <a:rPr lang="en-US" sz="1400" dirty="0" err="1"/>
              <a:t>booking.partialUpdate</a:t>
            </a:r>
            <a:r>
              <a:rPr lang="en-US" sz="1400" dirty="0"/>
              <a:t>(</a:t>
            </a:r>
          </a:p>
          <a:p>
            <a:r>
              <a:rPr lang="en-US" sz="1400" dirty="0"/>
              <a:t>        { </a:t>
            </a:r>
            <a:r>
              <a:rPr lang="en-US" sz="1400" dirty="0" err="1"/>
              <a:t>additionalneeds</a:t>
            </a:r>
            <a:r>
              <a:rPr lang="en-US" sz="1400" dirty="0"/>
              <a:t>: 'Lunch' }, id, token</a:t>
            </a:r>
          </a:p>
          <a:p>
            <a:r>
              <a:rPr lang="en-US" sz="1400" dirty="0"/>
              <a:t>    );</a:t>
            </a:r>
          </a:p>
          <a:p>
            <a:r>
              <a:rPr lang="en-US" sz="1400" dirty="0"/>
              <a:t>    expect(</a:t>
            </a:r>
            <a:r>
              <a:rPr lang="en-US" sz="1400" dirty="0" err="1"/>
              <a:t>patch.status</a:t>
            </a:r>
            <a:r>
              <a:rPr lang="en-US" sz="1400" dirty="0"/>
              <a:t>()).</a:t>
            </a:r>
            <a:r>
              <a:rPr lang="en-US" sz="1400" dirty="0" err="1"/>
              <a:t>toBe</a:t>
            </a:r>
            <a:r>
              <a:rPr lang="en-US" sz="1400" dirty="0"/>
              <a:t>(200);</a:t>
            </a:r>
          </a:p>
          <a:p>
            <a:endParaRPr lang="en-US" sz="1400" dirty="0"/>
          </a:p>
          <a:p>
            <a:r>
              <a:rPr lang="en-US" sz="1400" dirty="0"/>
              <a:t>    const del = await </a:t>
            </a:r>
            <a:r>
              <a:rPr lang="en-US" sz="1400" dirty="0" err="1"/>
              <a:t>booking.delete_record</a:t>
            </a:r>
            <a:r>
              <a:rPr lang="en-US" sz="1400" dirty="0"/>
              <a:t>(id, token);</a:t>
            </a:r>
          </a:p>
          <a:p>
            <a:r>
              <a:rPr lang="en-US" sz="1400" dirty="0"/>
              <a:t>    expect(</a:t>
            </a:r>
            <a:r>
              <a:rPr lang="en-US" sz="1400" dirty="0" err="1"/>
              <a:t>del.status</a:t>
            </a:r>
            <a:r>
              <a:rPr lang="en-US" sz="1400" dirty="0"/>
              <a:t>()).</a:t>
            </a:r>
            <a:r>
              <a:rPr lang="en-US" sz="1400" dirty="0" err="1"/>
              <a:t>toBe</a:t>
            </a:r>
            <a:r>
              <a:rPr lang="en-US" sz="1400" dirty="0"/>
              <a:t>(201);</a:t>
            </a:r>
          </a:p>
          <a:p>
            <a:endParaRPr lang="en-US" sz="1400" dirty="0"/>
          </a:p>
          <a:p>
            <a:r>
              <a:rPr lang="en-US" sz="1400" dirty="0"/>
              <a:t>    const verify = await </a:t>
            </a:r>
            <a:r>
              <a:rPr lang="en-US" sz="1400" dirty="0" err="1"/>
              <a:t>booking.getBooking</a:t>
            </a:r>
            <a:r>
              <a:rPr lang="en-US" sz="1400" dirty="0"/>
              <a:t>(id);</a:t>
            </a:r>
          </a:p>
          <a:p>
            <a:r>
              <a:rPr lang="en-US" sz="1400" dirty="0"/>
              <a:t>    expect(</a:t>
            </a:r>
            <a:r>
              <a:rPr lang="en-US" sz="1400" dirty="0" err="1"/>
              <a:t>verify.status</a:t>
            </a:r>
            <a:r>
              <a:rPr lang="en-US" sz="1400" dirty="0"/>
              <a:t>()).</a:t>
            </a:r>
            <a:r>
              <a:rPr lang="en-US" sz="1400" dirty="0" err="1"/>
              <a:t>toBe</a:t>
            </a:r>
            <a:r>
              <a:rPr lang="en-US" sz="1400" dirty="0"/>
              <a:t>(404);</a:t>
            </a:r>
          </a:p>
          <a:p>
            <a:r>
              <a:rPr lang="en-US" sz="1400" dirty="0"/>
              <a:t>});</a:t>
            </a:r>
          </a:p>
          <a:p>
            <a:r>
              <a:rPr lang="en-US" sz="1400" b="1" dirty="0"/>
              <a:t>Flow:</a:t>
            </a:r>
            <a:r>
              <a:rPr lang="en-US" sz="1400" dirty="0"/>
              <a:t> AUTH → POST → GET → PATCH → DELETE → VERIFY 404</a:t>
            </a:r>
          </a:p>
          <a:p>
            <a:pPr algn="ctr"/>
            <a:endParaRPr lang="en-US" sz="1400" dirty="0"/>
          </a:p>
        </p:txBody>
      </p:sp>
      <p:sp>
        <p:nvSpPr>
          <p:cNvPr id="3" name="Oval 2">
            <a:extLst>
              <a:ext uri="{FF2B5EF4-FFF2-40B4-BE49-F238E27FC236}">
                <a16:creationId xmlns:a16="http://schemas.microsoft.com/office/drawing/2014/main" id="{F2B60755-FB30-3CF7-4230-3C1997174A67}"/>
              </a:ext>
            </a:extLst>
          </p:cNvPr>
          <p:cNvSpPr/>
          <p:nvPr/>
        </p:nvSpPr>
        <p:spPr>
          <a:xfrm>
            <a:off x="4142232" y="2587752"/>
            <a:ext cx="2130552" cy="139903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Final test class for chaining of request</a:t>
            </a:r>
          </a:p>
        </p:txBody>
      </p:sp>
      <p:sp>
        <p:nvSpPr>
          <p:cNvPr id="4" name="Rectangle 3">
            <a:extLst>
              <a:ext uri="{FF2B5EF4-FFF2-40B4-BE49-F238E27FC236}">
                <a16:creationId xmlns:a16="http://schemas.microsoft.com/office/drawing/2014/main" id="{82FB5EDD-BBE0-98F8-4529-9A81B72358FF}"/>
              </a:ext>
            </a:extLst>
          </p:cNvPr>
          <p:cNvSpPr/>
          <p:nvPr/>
        </p:nvSpPr>
        <p:spPr>
          <a:xfrm>
            <a:off x="6272784" y="100584"/>
            <a:ext cx="5818632" cy="67574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 imports </a:t>
            </a:r>
            <a:r>
              <a:rPr lang="en-US" dirty="0" err="1"/>
              <a:t>edhuku</a:t>
            </a:r>
            <a:r>
              <a:rPr lang="en-US" dirty="0"/>
              <a:t> </a:t>
            </a:r>
            <a:r>
              <a:rPr lang="en-US" dirty="0" err="1"/>
              <a:t>na</a:t>
            </a:r>
            <a:r>
              <a:rPr lang="en-US" dirty="0"/>
              <a:t> </a:t>
            </a:r>
            <a:r>
              <a:rPr lang="en-US" dirty="0" err="1"/>
              <a:t>namma</a:t>
            </a:r>
            <a:r>
              <a:rPr lang="en-US" dirty="0"/>
              <a:t> custom fixture la reusable methods </a:t>
            </a:r>
            <a:r>
              <a:rPr lang="en-US" dirty="0" err="1"/>
              <a:t>ku</a:t>
            </a:r>
            <a:r>
              <a:rPr lang="en-US" dirty="0"/>
              <a:t> object create panni export panni </a:t>
            </a:r>
            <a:r>
              <a:rPr lang="en-US" dirty="0" err="1"/>
              <a:t>irukhum</a:t>
            </a:r>
            <a:r>
              <a:rPr lang="en-US" dirty="0"/>
              <a:t> </a:t>
            </a:r>
            <a:r>
              <a:rPr lang="en-US" dirty="0" err="1"/>
              <a:t>adhula</a:t>
            </a:r>
            <a:r>
              <a:rPr lang="en-US" dirty="0"/>
              <a:t> playwright object request use panni </a:t>
            </a:r>
            <a:r>
              <a:rPr lang="en-US" dirty="0" err="1"/>
              <a:t>andha</a:t>
            </a:r>
            <a:r>
              <a:rPr lang="en-US" dirty="0"/>
              <a:t> reusable method activate panni </a:t>
            </a:r>
            <a:r>
              <a:rPr lang="en-US" dirty="0" err="1"/>
              <a:t>irupom</a:t>
            </a:r>
            <a:r>
              <a:rPr lang="en-US" dirty="0"/>
              <a:t> plus </a:t>
            </a:r>
            <a:r>
              <a:rPr lang="en-US" dirty="0" err="1"/>
              <a:t>adhuku</a:t>
            </a:r>
            <a:r>
              <a:rPr lang="en-US" dirty="0"/>
              <a:t> object ah </a:t>
            </a:r>
            <a:r>
              <a:rPr lang="en-US" dirty="0" err="1"/>
              <a:t>apifix</a:t>
            </a:r>
            <a:r>
              <a:rPr lang="en-US" dirty="0"/>
              <a:t> create panni </a:t>
            </a:r>
            <a:r>
              <a:rPr lang="en-US" dirty="0" err="1"/>
              <a:t>irupom</a:t>
            </a:r>
            <a:r>
              <a:rPr lang="en-US" dirty="0"/>
              <a:t> </a:t>
            </a:r>
            <a:r>
              <a:rPr lang="en-US" dirty="0" err="1"/>
              <a:t>andha</a:t>
            </a:r>
            <a:r>
              <a:rPr lang="en-US" dirty="0"/>
              <a:t> object ah </a:t>
            </a:r>
            <a:r>
              <a:rPr lang="en-US" dirty="0" err="1"/>
              <a:t>matha</a:t>
            </a:r>
            <a:r>
              <a:rPr lang="en-US" dirty="0"/>
              <a:t> methods </a:t>
            </a:r>
            <a:r>
              <a:rPr lang="en-US" dirty="0" err="1"/>
              <a:t>ku</a:t>
            </a:r>
            <a:r>
              <a:rPr lang="en-US" dirty="0"/>
              <a:t> share panna we are importing first import </a:t>
            </a:r>
            <a:r>
              <a:rPr lang="en-US" dirty="0" err="1"/>
              <a:t>import</a:t>
            </a:r>
            <a:r>
              <a:rPr lang="en-US" dirty="0"/>
              <a:t> { test, expect } from '../../</a:t>
            </a:r>
            <a:r>
              <a:rPr lang="en-US" dirty="0" err="1"/>
              <a:t>customfixture</a:t>
            </a:r>
            <a:r>
              <a:rPr lang="en-US" dirty="0"/>
              <a:t>/apiClient.js’;</a:t>
            </a:r>
          </a:p>
          <a:p>
            <a:pPr algn="ctr"/>
            <a:endParaRPr lang="en-US" dirty="0"/>
          </a:p>
          <a:p>
            <a:r>
              <a:rPr lang="en-US" dirty="0"/>
              <a:t>Second import authentication class huh import </a:t>
            </a:r>
            <a:r>
              <a:rPr lang="en-US" dirty="0" err="1"/>
              <a:t>pannirkom</a:t>
            </a:r>
            <a:r>
              <a:rPr lang="en-US" dirty="0"/>
              <a:t> </a:t>
            </a:r>
            <a:r>
              <a:rPr lang="en-US" dirty="0" err="1"/>
              <a:t>thevaiyana</a:t>
            </a:r>
            <a:r>
              <a:rPr lang="en-US" dirty="0"/>
              <a:t> </a:t>
            </a:r>
            <a:r>
              <a:rPr lang="en-US" dirty="0" err="1"/>
              <a:t>eduthula</a:t>
            </a:r>
            <a:r>
              <a:rPr lang="en-US" dirty="0"/>
              <a:t> authenticate </a:t>
            </a:r>
            <a:r>
              <a:rPr lang="en-US" dirty="0" err="1"/>
              <a:t>pandradhuku</a:t>
            </a:r>
            <a:r>
              <a:rPr lang="en-US" dirty="0"/>
              <a:t> and third import </a:t>
            </a:r>
            <a:r>
              <a:rPr lang="en-US" dirty="0" err="1"/>
              <a:t>namma</a:t>
            </a:r>
            <a:r>
              <a:rPr lang="en-US" dirty="0"/>
              <a:t> chaining of request </a:t>
            </a:r>
            <a:r>
              <a:rPr lang="en-US" dirty="0" err="1"/>
              <a:t>ku</a:t>
            </a:r>
            <a:r>
              <a:rPr lang="en-US" dirty="0"/>
              <a:t> create panna methods  sample </a:t>
            </a:r>
            <a:r>
              <a:rPr lang="en-US" dirty="0" err="1"/>
              <a:t>ku</a:t>
            </a:r>
            <a:r>
              <a:rPr lang="en-US" dirty="0"/>
              <a:t> </a:t>
            </a:r>
            <a:r>
              <a:rPr lang="en-US" dirty="0" err="1"/>
              <a:t>onnu</a:t>
            </a:r>
            <a:r>
              <a:rPr lang="en-US" dirty="0"/>
              <a:t> or </a:t>
            </a:r>
            <a:r>
              <a:rPr lang="en-US" dirty="0" err="1"/>
              <a:t>rendu</a:t>
            </a:r>
            <a:r>
              <a:rPr lang="en-US" dirty="0"/>
              <a:t> method </a:t>
            </a:r>
            <a:r>
              <a:rPr lang="en-US" dirty="0" err="1"/>
              <a:t>parkalam</a:t>
            </a:r>
            <a:br>
              <a:rPr lang="en-US" dirty="0"/>
            </a:br>
            <a:r>
              <a:rPr lang="en-US" dirty="0"/>
              <a:t>import { </a:t>
            </a:r>
            <a:r>
              <a:rPr lang="en-US" dirty="0" err="1"/>
              <a:t>authservice</a:t>
            </a:r>
            <a:r>
              <a:rPr lang="en-US" dirty="0"/>
              <a:t> } from '../../</a:t>
            </a:r>
            <a:r>
              <a:rPr lang="en-US" dirty="0" err="1"/>
              <a:t>api</a:t>
            </a:r>
            <a:r>
              <a:rPr lang="en-US" dirty="0"/>
              <a:t>/service/authService.js';</a:t>
            </a:r>
          </a:p>
          <a:p>
            <a:r>
              <a:rPr lang="en-US" dirty="0"/>
              <a:t>import { </a:t>
            </a:r>
            <a:r>
              <a:rPr lang="en-US" dirty="0" err="1"/>
              <a:t>BookingService</a:t>
            </a:r>
            <a:r>
              <a:rPr lang="en-US" dirty="0"/>
              <a:t> } from '../../</a:t>
            </a:r>
            <a:r>
              <a:rPr lang="en-US" dirty="0" err="1"/>
              <a:t>api</a:t>
            </a:r>
            <a:r>
              <a:rPr lang="en-US" dirty="0"/>
              <a:t>/service/bookingService.js';</a:t>
            </a:r>
          </a:p>
          <a:p>
            <a:br>
              <a:rPr lang="en-US" dirty="0"/>
            </a:br>
            <a:r>
              <a:rPr lang="en-US" dirty="0"/>
              <a:t> const auth = new </a:t>
            </a:r>
            <a:r>
              <a:rPr lang="en-US" dirty="0" err="1"/>
              <a:t>authservice</a:t>
            </a:r>
            <a:r>
              <a:rPr lang="en-US" dirty="0"/>
              <a:t>(</a:t>
            </a:r>
            <a:r>
              <a:rPr lang="en-US" dirty="0" err="1"/>
              <a:t>apifix</a:t>
            </a:r>
            <a:r>
              <a:rPr lang="en-US" dirty="0"/>
              <a:t>);</a:t>
            </a:r>
          </a:p>
          <a:p>
            <a:r>
              <a:rPr lang="en-US" dirty="0"/>
              <a:t>    const booking = new </a:t>
            </a:r>
            <a:r>
              <a:rPr lang="en-US" dirty="0" err="1"/>
              <a:t>BookingService</a:t>
            </a:r>
            <a:r>
              <a:rPr lang="en-US" dirty="0"/>
              <a:t>(</a:t>
            </a:r>
            <a:r>
              <a:rPr lang="en-US" dirty="0" err="1"/>
              <a:t>apifix</a:t>
            </a:r>
            <a:r>
              <a:rPr lang="en-US" dirty="0"/>
              <a:t>);</a:t>
            </a:r>
          </a:p>
          <a:p>
            <a:pPr algn="ctr"/>
            <a:r>
              <a:rPr lang="en-US" dirty="0"/>
              <a:t>Ella class object create panni </a:t>
            </a:r>
            <a:r>
              <a:rPr lang="en-US" dirty="0" err="1"/>
              <a:t>adhula</a:t>
            </a:r>
            <a:r>
              <a:rPr lang="en-US" dirty="0"/>
              <a:t> object pass </a:t>
            </a:r>
            <a:r>
              <a:rPr lang="en-US" dirty="0" err="1"/>
              <a:t>pannuum</a:t>
            </a:r>
            <a:r>
              <a:rPr lang="en-US" dirty="0"/>
              <a:t> </a:t>
            </a:r>
            <a:r>
              <a:rPr lang="en-US" dirty="0" err="1"/>
              <a:t>bodhu</a:t>
            </a:r>
            <a:r>
              <a:rPr lang="en-US" dirty="0"/>
              <a:t> </a:t>
            </a:r>
            <a:r>
              <a:rPr lang="en-US" dirty="0" err="1"/>
              <a:t>andha</a:t>
            </a:r>
            <a:r>
              <a:rPr lang="en-US" dirty="0"/>
              <a:t> class method access panna use </a:t>
            </a:r>
            <a:r>
              <a:rPr lang="en-US" dirty="0" err="1"/>
              <a:t>aagudhu</a:t>
            </a:r>
            <a:br>
              <a:rPr lang="en-US" dirty="0"/>
            </a:br>
            <a:r>
              <a:rPr lang="en-US" dirty="0"/>
              <a:t>data manual ah create </a:t>
            </a:r>
            <a:r>
              <a:rPr lang="en-US" dirty="0" err="1"/>
              <a:t>pandrom</a:t>
            </a:r>
            <a:r>
              <a:rPr lang="en-US" dirty="0"/>
              <a:t> as object in java scrip</a:t>
            </a:r>
          </a:p>
          <a:p>
            <a:pPr algn="ctr"/>
            <a:endParaRPr lang="en-US" dirty="0"/>
          </a:p>
        </p:txBody>
      </p:sp>
      <p:sp>
        <p:nvSpPr>
          <p:cNvPr id="5" name="Oval 4">
            <a:extLst>
              <a:ext uri="{FF2B5EF4-FFF2-40B4-BE49-F238E27FC236}">
                <a16:creationId xmlns:a16="http://schemas.microsoft.com/office/drawing/2014/main" id="{EF5F6A13-4A64-E3AB-0A20-347C84B86EC5}"/>
              </a:ext>
            </a:extLst>
          </p:cNvPr>
          <p:cNvSpPr/>
          <p:nvPr/>
        </p:nvSpPr>
        <p:spPr>
          <a:xfrm>
            <a:off x="9994392" y="3758184"/>
            <a:ext cx="3465576" cy="180136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test('API Sequential Chaining', async ({ </a:t>
            </a:r>
            <a:r>
              <a:rPr lang="en-US" dirty="0" err="1"/>
              <a:t>apifix</a:t>
            </a:r>
            <a:r>
              <a:rPr lang="en-US" dirty="0"/>
              <a:t> })</a:t>
            </a:r>
          </a:p>
          <a:p>
            <a:pPr algn="ctr"/>
            <a:r>
              <a:rPr lang="en-US" dirty="0" err="1"/>
              <a:t>Idhula</a:t>
            </a:r>
            <a:r>
              <a:rPr lang="en-US" dirty="0"/>
              <a:t> </a:t>
            </a:r>
            <a:r>
              <a:rPr lang="en-US" dirty="0" err="1"/>
              <a:t>apifix</a:t>
            </a:r>
            <a:r>
              <a:rPr lang="en-US" dirty="0"/>
              <a:t> dan custom fixture </a:t>
            </a:r>
            <a:r>
              <a:rPr lang="en-US" dirty="0" err="1"/>
              <a:t>oda</a:t>
            </a:r>
            <a:r>
              <a:rPr lang="en-US" dirty="0"/>
              <a:t> object</a:t>
            </a:r>
          </a:p>
        </p:txBody>
      </p:sp>
    </p:spTree>
    <p:extLst>
      <p:ext uri="{BB962C8B-B14F-4D97-AF65-F5344CB8AC3E}">
        <p14:creationId xmlns:p14="http://schemas.microsoft.com/office/powerpoint/2010/main" val="16710154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317154-31E3-07F1-DD43-FB5B3A11C6C3}"/>
              </a:ext>
            </a:extLst>
          </p:cNvPr>
          <p:cNvSpPr/>
          <p:nvPr/>
        </p:nvSpPr>
        <p:spPr>
          <a:xfrm>
            <a:off x="603504" y="265176"/>
            <a:ext cx="5166360" cy="6227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dirty="0"/>
              <a:t>    // 2. CREATE BOOKING</a:t>
            </a:r>
          </a:p>
          <a:p>
            <a:r>
              <a:rPr lang="en-US" sz="1600" dirty="0"/>
              <a:t>    console.log('\n========== 2. CREATE BOOKING ==========‘);</a:t>
            </a:r>
          </a:p>
          <a:p>
            <a:r>
              <a:rPr lang="en-US" sz="1600" dirty="0"/>
              <a:t>   console.log('Request Payload:', </a:t>
            </a:r>
            <a:r>
              <a:rPr lang="en-US" sz="1600" dirty="0" err="1"/>
              <a:t>originalBooking</a:t>
            </a:r>
            <a:r>
              <a:rPr lang="en-US" sz="1600" dirty="0"/>
              <a:t>);</a:t>
            </a:r>
          </a:p>
          <a:p>
            <a:r>
              <a:rPr lang="en-US" sz="1600" dirty="0"/>
              <a:t>    const </a:t>
            </a:r>
            <a:r>
              <a:rPr lang="en-US" sz="1600" dirty="0" err="1"/>
              <a:t>createResponse</a:t>
            </a:r>
            <a:r>
              <a:rPr lang="en-US" sz="1600" dirty="0"/>
              <a:t> =</a:t>
            </a:r>
          </a:p>
          <a:p>
            <a:r>
              <a:rPr lang="en-US" sz="1600" dirty="0"/>
              <a:t>     await </a:t>
            </a:r>
            <a:r>
              <a:rPr lang="en-US" sz="1600" dirty="0" err="1"/>
              <a:t>bookingService.createBooking</a:t>
            </a:r>
            <a:r>
              <a:rPr lang="en-US" sz="1600" dirty="0"/>
              <a:t>(</a:t>
            </a:r>
            <a:r>
              <a:rPr lang="en-US" sz="1600" dirty="0" err="1"/>
              <a:t>originalBooking</a:t>
            </a:r>
            <a:r>
              <a:rPr lang="en-US" sz="1600" dirty="0"/>
              <a:t>);</a:t>
            </a:r>
          </a:p>
          <a:p>
            <a:r>
              <a:rPr lang="en-US" sz="1600" dirty="0"/>
              <a:t>    console.log('Create Status:', </a:t>
            </a:r>
            <a:r>
              <a:rPr lang="en-US" sz="1600" dirty="0" err="1"/>
              <a:t>createResponse.status</a:t>
            </a:r>
            <a:r>
              <a:rPr lang="en-US" sz="1600" dirty="0"/>
              <a:t>());</a:t>
            </a:r>
          </a:p>
          <a:p>
            <a:r>
              <a:rPr lang="en-US" sz="1600" dirty="0"/>
              <a:t>    const </a:t>
            </a:r>
            <a:r>
              <a:rPr lang="en-US" sz="1600" dirty="0" err="1"/>
              <a:t>createBody</a:t>
            </a:r>
            <a:r>
              <a:rPr lang="en-US" sz="1600" dirty="0"/>
              <a:t> = await </a:t>
            </a:r>
            <a:r>
              <a:rPr lang="en-US" sz="1600" dirty="0" err="1"/>
              <a:t>createResponse.json</a:t>
            </a:r>
            <a:r>
              <a:rPr lang="en-US" sz="1600" dirty="0"/>
              <a:t>();</a:t>
            </a:r>
          </a:p>
          <a:p>
            <a:r>
              <a:rPr lang="en-US" sz="1600" dirty="0"/>
              <a:t>    console.log('Create Response:', </a:t>
            </a:r>
            <a:r>
              <a:rPr lang="en-US" sz="1600" dirty="0" err="1"/>
              <a:t>createBody</a:t>
            </a:r>
            <a:r>
              <a:rPr lang="en-US" sz="1600" dirty="0"/>
              <a:t>);</a:t>
            </a:r>
          </a:p>
          <a:p>
            <a:r>
              <a:rPr lang="en-US" sz="1600" dirty="0"/>
              <a:t>    </a:t>
            </a:r>
            <a:r>
              <a:rPr lang="en-US" sz="1600" dirty="0" err="1"/>
              <a:t>bookingId</a:t>
            </a:r>
            <a:r>
              <a:rPr lang="en-US" sz="1600" dirty="0"/>
              <a:t> = </a:t>
            </a:r>
            <a:r>
              <a:rPr lang="en-US" sz="1600" dirty="0" err="1"/>
              <a:t>createBody.bookingid</a:t>
            </a:r>
            <a:r>
              <a:rPr lang="en-US" sz="1600" dirty="0"/>
              <a:t>;</a:t>
            </a:r>
          </a:p>
          <a:p>
            <a:r>
              <a:rPr lang="en-US" sz="1600" dirty="0"/>
              <a:t>    console.log('Extracted Booking ID:', </a:t>
            </a:r>
            <a:r>
              <a:rPr lang="en-US" sz="1600" dirty="0" err="1"/>
              <a:t>bookingId</a:t>
            </a:r>
            <a:r>
              <a:rPr lang="en-US" sz="1600" dirty="0"/>
              <a:t>);</a:t>
            </a:r>
          </a:p>
          <a:p>
            <a:r>
              <a:rPr lang="en-US" sz="1600" dirty="0"/>
              <a:t>    expect(</a:t>
            </a:r>
            <a:r>
              <a:rPr lang="en-US" sz="1600" dirty="0" err="1"/>
              <a:t>createResponse.status</a:t>
            </a:r>
            <a:r>
              <a:rPr lang="en-US" sz="1600" dirty="0"/>
              <a:t>()).</a:t>
            </a:r>
            <a:r>
              <a:rPr lang="en-US" sz="1600" dirty="0" err="1"/>
              <a:t>toBe</a:t>
            </a:r>
            <a:r>
              <a:rPr lang="en-US" sz="1600" dirty="0"/>
              <a:t>(200);</a:t>
            </a:r>
          </a:p>
          <a:p>
            <a:r>
              <a:rPr lang="en-US" sz="1600" dirty="0"/>
              <a:t>    expect(</a:t>
            </a:r>
            <a:r>
              <a:rPr lang="en-US" sz="1600" dirty="0" err="1"/>
              <a:t>bookingId</a:t>
            </a:r>
            <a:r>
              <a:rPr lang="en-US" sz="1600" dirty="0"/>
              <a:t>).</a:t>
            </a:r>
            <a:r>
              <a:rPr lang="en-US" sz="1600" dirty="0" err="1"/>
              <a:t>toBeTruthy</a:t>
            </a:r>
            <a:r>
              <a:rPr lang="en-US" sz="1600" dirty="0"/>
              <a:t>();</a:t>
            </a:r>
          </a:p>
          <a:p>
            <a:r>
              <a:rPr lang="en-US" sz="1600" dirty="0"/>
              <a:t>    expect(</a:t>
            </a:r>
            <a:r>
              <a:rPr lang="en-US" sz="1600" dirty="0" err="1"/>
              <a:t>createBody.booking.firstname</a:t>
            </a:r>
            <a:r>
              <a:rPr lang="en-US" sz="1600" dirty="0"/>
              <a:t>).</a:t>
            </a:r>
            <a:r>
              <a:rPr lang="en-US" sz="1600" dirty="0" err="1"/>
              <a:t>toBe</a:t>
            </a:r>
            <a:r>
              <a:rPr lang="en-US" sz="1600" dirty="0"/>
              <a:t>(</a:t>
            </a:r>
          </a:p>
          <a:p>
            <a:r>
              <a:rPr lang="en-US" sz="1600" dirty="0"/>
              <a:t>        </a:t>
            </a:r>
            <a:r>
              <a:rPr lang="en-US" sz="1600" dirty="0" err="1"/>
              <a:t>originalBooking.firstname</a:t>
            </a:r>
            <a:endParaRPr lang="en-US" sz="1600" dirty="0"/>
          </a:p>
          <a:p>
            <a:r>
              <a:rPr lang="en-US" sz="1600" dirty="0"/>
              <a:t>    );</a:t>
            </a:r>
          </a:p>
        </p:txBody>
      </p:sp>
      <p:sp>
        <p:nvSpPr>
          <p:cNvPr id="3" name="Rectangle 2">
            <a:extLst>
              <a:ext uri="{FF2B5EF4-FFF2-40B4-BE49-F238E27FC236}">
                <a16:creationId xmlns:a16="http://schemas.microsoft.com/office/drawing/2014/main" id="{8B6638F1-01BE-24BE-F694-09B63A784E55}"/>
              </a:ext>
            </a:extLst>
          </p:cNvPr>
          <p:cNvSpPr/>
          <p:nvPr/>
        </p:nvSpPr>
        <p:spPr>
          <a:xfrm>
            <a:off x="6096000" y="201168"/>
            <a:ext cx="5864352" cy="64830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const </a:t>
            </a:r>
            <a:r>
              <a:rPr lang="en-US" dirty="0" err="1"/>
              <a:t>bookingService</a:t>
            </a:r>
            <a:r>
              <a:rPr lang="en-US" dirty="0"/>
              <a:t> = new </a:t>
            </a:r>
            <a:r>
              <a:rPr lang="en-US" dirty="0" err="1"/>
              <a:t>BookingService</a:t>
            </a:r>
            <a:r>
              <a:rPr lang="en-US" dirty="0"/>
              <a:t>(</a:t>
            </a:r>
            <a:r>
              <a:rPr lang="en-US" dirty="0" err="1"/>
              <a:t>apifix</a:t>
            </a:r>
            <a:r>
              <a:rPr lang="en-US" dirty="0"/>
              <a:t>);</a:t>
            </a:r>
            <a:br>
              <a:rPr lang="en-US" dirty="0"/>
            </a:br>
            <a:r>
              <a:rPr lang="en-US" dirty="0"/>
              <a:t>from the above line </a:t>
            </a:r>
            <a:r>
              <a:rPr lang="en-US" dirty="0" err="1"/>
              <a:t>namma</a:t>
            </a:r>
            <a:r>
              <a:rPr lang="en-US" dirty="0"/>
              <a:t> creating </a:t>
            </a:r>
            <a:r>
              <a:rPr lang="en-US" dirty="0" err="1"/>
              <a:t>bookingService</a:t>
            </a:r>
            <a:r>
              <a:rPr lang="en-US" dirty="0"/>
              <a:t> object for </a:t>
            </a:r>
            <a:r>
              <a:rPr lang="en-US" dirty="0" err="1"/>
              <a:t>BookingService</a:t>
            </a:r>
            <a:r>
              <a:rPr lang="en-US" dirty="0"/>
              <a:t> class and initializing with </a:t>
            </a:r>
            <a:r>
              <a:rPr lang="en-US" dirty="0" err="1"/>
              <a:t>apifix</a:t>
            </a:r>
            <a:br>
              <a:rPr lang="en-US" dirty="0"/>
            </a:br>
            <a:endParaRPr lang="en-US" dirty="0"/>
          </a:p>
          <a:p>
            <a:pPr algn="ctr"/>
            <a:r>
              <a:rPr lang="en-US" dirty="0"/>
              <a:t>await </a:t>
            </a:r>
            <a:r>
              <a:rPr lang="en-US" dirty="0" err="1"/>
              <a:t>bookingService.createBooking</a:t>
            </a:r>
            <a:r>
              <a:rPr lang="en-US" dirty="0"/>
              <a:t>(</a:t>
            </a:r>
            <a:r>
              <a:rPr lang="en-US" dirty="0" err="1"/>
              <a:t>originalBooking</a:t>
            </a:r>
            <a:r>
              <a:rPr lang="en-US" dirty="0"/>
              <a:t>);</a:t>
            </a:r>
          </a:p>
          <a:p>
            <a:pPr algn="ctr"/>
            <a:r>
              <a:rPr lang="en-US" dirty="0"/>
              <a:t>From the above line we are acing </a:t>
            </a:r>
            <a:r>
              <a:rPr lang="en-US" dirty="0" err="1"/>
              <a:t>creatBooking</a:t>
            </a:r>
            <a:r>
              <a:rPr lang="en-US" dirty="0"/>
              <a:t> method using the object and passing the parameter </a:t>
            </a:r>
            <a:r>
              <a:rPr lang="en-US" dirty="0" err="1"/>
              <a:t>OriginalBooking</a:t>
            </a:r>
            <a:r>
              <a:rPr lang="en-US" dirty="0"/>
              <a:t> nu data pass </a:t>
            </a:r>
            <a:r>
              <a:rPr lang="en-US" dirty="0" err="1"/>
              <a:t>pandrom</a:t>
            </a:r>
            <a:r>
              <a:rPr lang="en-US" dirty="0"/>
              <a:t> </a:t>
            </a:r>
            <a:r>
              <a:rPr lang="en-US" dirty="0" err="1"/>
              <a:t>adhu</a:t>
            </a:r>
            <a:r>
              <a:rPr lang="en-US" dirty="0"/>
              <a:t> </a:t>
            </a:r>
            <a:r>
              <a:rPr lang="en-US" dirty="0" err="1"/>
              <a:t>javascript</a:t>
            </a:r>
            <a:r>
              <a:rPr lang="en-US" dirty="0"/>
              <a:t>  object ah </a:t>
            </a:r>
            <a:r>
              <a:rPr lang="en-US" dirty="0" err="1"/>
              <a:t>irukhu</a:t>
            </a:r>
            <a:r>
              <a:rPr lang="en-US" dirty="0"/>
              <a:t> </a:t>
            </a:r>
            <a:br>
              <a:rPr lang="en-US" dirty="0"/>
            </a:br>
            <a:br>
              <a:rPr lang="en-US" dirty="0"/>
            </a:br>
            <a:r>
              <a:rPr lang="en-US" dirty="0"/>
              <a:t> const </a:t>
            </a:r>
            <a:r>
              <a:rPr lang="en-US" dirty="0" err="1"/>
              <a:t>createBody</a:t>
            </a:r>
            <a:r>
              <a:rPr lang="en-US" dirty="0"/>
              <a:t> = await </a:t>
            </a:r>
            <a:r>
              <a:rPr lang="en-US" dirty="0" err="1"/>
              <a:t>createResponse.json</a:t>
            </a:r>
            <a:r>
              <a:rPr lang="en-US" dirty="0"/>
              <a:t>();</a:t>
            </a:r>
            <a:br>
              <a:rPr lang="en-US" dirty="0"/>
            </a:br>
            <a:r>
              <a:rPr lang="en-US" dirty="0" err="1"/>
              <a:t>indha</a:t>
            </a:r>
            <a:r>
              <a:rPr lang="en-US" dirty="0"/>
              <a:t> line </a:t>
            </a:r>
            <a:r>
              <a:rPr lang="en-US" dirty="0" err="1"/>
              <a:t>mooliyuma</a:t>
            </a:r>
            <a:r>
              <a:rPr lang="en-US" dirty="0"/>
              <a:t> </a:t>
            </a:r>
            <a:r>
              <a:rPr lang="en-US" dirty="0" err="1"/>
              <a:t>namma</a:t>
            </a:r>
            <a:r>
              <a:rPr lang="en-US" dirty="0"/>
              <a:t> </a:t>
            </a:r>
            <a:r>
              <a:rPr lang="en-US" dirty="0" err="1"/>
              <a:t>json</a:t>
            </a:r>
            <a:r>
              <a:rPr lang="en-US" dirty="0"/>
              <a:t> ah </a:t>
            </a:r>
            <a:r>
              <a:rPr lang="en-US" dirty="0" err="1"/>
              <a:t>irukira</a:t>
            </a:r>
            <a:r>
              <a:rPr lang="en-US" dirty="0"/>
              <a:t> response </a:t>
            </a:r>
            <a:r>
              <a:rPr lang="en-US" dirty="0" err="1"/>
              <a:t>javascript</a:t>
            </a:r>
            <a:r>
              <a:rPr lang="en-US" dirty="0"/>
              <a:t> object convert </a:t>
            </a:r>
            <a:r>
              <a:rPr lang="en-US" dirty="0" err="1"/>
              <a:t>pandrom</a:t>
            </a:r>
            <a:r>
              <a:rPr lang="en-US" dirty="0"/>
              <a:t> </a:t>
            </a:r>
            <a:r>
              <a:rPr lang="en-US" dirty="0" err="1"/>
              <a:t>idhu</a:t>
            </a:r>
            <a:r>
              <a:rPr lang="en-US" dirty="0"/>
              <a:t> </a:t>
            </a:r>
            <a:r>
              <a:rPr lang="en-US" dirty="0" err="1"/>
              <a:t>deserilization</a:t>
            </a:r>
            <a:r>
              <a:rPr lang="en-US" dirty="0"/>
              <a:t> and </a:t>
            </a:r>
          </a:p>
          <a:p>
            <a:pPr algn="ctr"/>
            <a:endParaRPr lang="en-US" dirty="0"/>
          </a:p>
          <a:p>
            <a:pPr algn="ctr"/>
            <a:endParaRPr lang="en-US" dirty="0"/>
          </a:p>
          <a:p>
            <a:r>
              <a:rPr lang="en-US" dirty="0"/>
              <a:t>from that we are extracting booking id by this line</a:t>
            </a:r>
            <a:br>
              <a:rPr lang="en-US" dirty="0"/>
            </a:br>
            <a:r>
              <a:rPr lang="en-US" dirty="0" err="1"/>
              <a:t>bookingId</a:t>
            </a:r>
            <a:r>
              <a:rPr lang="en-US" dirty="0"/>
              <a:t> = </a:t>
            </a:r>
            <a:r>
              <a:rPr lang="en-US" dirty="0" err="1"/>
              <a:t>createBody.bookingid</a:t>
            </a:r>
            <a:r>
              <a:rPr lang="en-US" dirty="0"/>
              <a:t>;</a:t>
            </a:r>
            <a:br>
              <a:rPr lang="en-US" dirty="0"/>
            </a:br>
            <a:r>
              <a:rPr lang="en-US" dirty="0"/>
              <a:t> expect(</a:t>
            </a:r>
            <a:r>
              <a:rPr lang="en-US" dirty="0" err="1"/>
              <a:t>createResponse.status</a:t>
            </a:r>
            <a:r>
              <a:rPr lang="en-US" dirty="0"/>
              <a:t>()).</a:t>
            </a:r>
            <a:r>
              <a:rPr lang="en-US" dirty="0" err="1"/>
              <a:t>toBe</a:t>
            </a:r>
            <a:r>
              <a:rPr lang="en-US" dirty="0"/>
              <a:t>(200);</a:t>
            </a:r>
          </a:p>
          <a:p>
            <a:r>
              <a:rPr lang="en-US" dirty="0"/>
              <a:t>    expect(</a:t>
            </a:r>
            <a:r>
              <a:rPr lang="en-US" dirty="0" err="1"/>
              <a:t>bookingId</a:t>
            </a:r>
            <a:r>
              <a:rPr lang="en-US" dirty="0"/>
              <a:t>).</a:t>
            </a:r>
            <a:r>
              <a:rPr lang="en-US" dirty="0" err="1"/>
              <a:t>toBeTruthy</a:t>
            </a:r>
            <a:r>
              <a:rPr lang="en-US" dirty="0"/>
              <a:t>();</a:t>
            </a:r>
          </a:p>
          <a:p>
            <a:r>
              <a:rPr lang="en-US" dirty="0"/>
              <a:t>    expect(</a:t>
            </a:r>
            <a:r>
              <a:rPr lang="en-US" dirty="0" err="1"/>
              <a:t>createBody.booking.firstname</a:t>
            </a:r>
            <a:r>
              <a:rPr lang="en-US" dirty="0"/>
              <a:t>).</a:t>
            </a:r>
            <a:r>
              <a:rPr lang="en-US" dirty="0" err="1"/>
              <a:t>toBe</a:t>
            </a:r>
            <a:r>
              <a:rPr lang="en-US" dirty="0"/>
              <a:t>(</a:t>
            </a:r>
          </a:p>
          <a:p>
            <a:r>
              <a:rPr lang="en-US" dirty="0"/>
              <a:t>        </a:t>
            </a:r>
            <a:r>
              <a:rPr lang="en-US" dirty="0" err="1"/>
              <a:t>originalBooking.firstname</a:t>
            </a:r>
            <a:r>
              <a:rPr lang="en-US" dirty="0"/>
              <a:t>   are usual validations </a:t>
            </a:r>
          </a:p>
          <a:p>
            <a:pPr algn="ctr"/>
            <a:br>
              <a:rPr lang="en-US" dirty="0"/>
            </a:br>
            <a:br>
              <a:rPr lang="en-US" dirty="0"/>
            </a:br>
            <a:endParaRPr lang="en-US" dirty="0"/>
          </a:p>
        </p:txBody>
      </p:sp>
      <p:cxnSp>
        <p:nvCxnSpPr>
          <p:cNvPr id="5" name="Straight Arrow Connector 4">
            <a:extLst>
              <a:ext uri="{FF2B5EF4-FFF2-40B4-BE49-F238E27FC236}">
                <a16:creationId xmlns:a16="http://schemas.microsoft.com/office/drawing/2014/main" id="{AD8B16B4-4882-1BDA-3002-DA848B200A5F}"/>
              </a:ext>
            </a:extLst>
          </p:cNvPr>
          <p:cNvCxnSpPr/>
          <p:nvPr/>
        </p:nvCxnSpPr>
        <p:spPr>
          <a:xfrm flipV="1">
            <a:off x="5138928" y="1399032"/>
            <a:ext cx="1444752" cy="9326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9717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F5DC1A-7C33-6CB4-593F-B825C2FE9523}"/>
              </a:ext>
            </a:extLst>
          </p:cNvPr>
          <p:cNvSpPr/>
          <p:nvPr/>
        </p:nvSpPr>
        <p:spPr>
          <a:xfrm>
            <a:off x="347472" y="246888"/>
            <a:ext cx="7534656" cy="64465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const auth = new </a:t>
            </a:r>
            <a:r>
              <a:rPr lang="en-US" dirty="0" err="1"/>
              <a:t>authservice</a:t>
            </a:r>
            <a:r>
              <a:rPr lang="en-US" dirty="0"/>
              <a:t>(</a:t>
            </a:r>
            <a:r>
              <a:rPr lang="en-US" dirty="0" err="1"/>
              <a:t>apifix</a:t>
            </a:r>
            <a:r>
              <a:rPr lang="en-US" dirty="0"/>
              <a:t>);</a:t>
            </a:r>
          </a:p>
          <a:p>
            <a:r>
              <a:rPr lang="en-US" dirty="0"/>
              <a:t>const </a:t>
            </a:r>
            <a:r>
              <a:rPr lang="en-US" dirty="0" err="1"/>
              <a:t>authRes</a:t>
            </a:r>
            <a:r>
              <a:rPr lang="en-US" dirty="0"/>
              <a:t> = await </a:t>
            </a:r>
            <a:r>
              <a:rPr lang="en-US" dirty="0" err="1"/>
              <a:t>auth.generate_token</a:t>
            </a:r>
            <a:r>
              <a:rPr lang="en-US" dirty="0"/>
              <a:t>('admin', 'password123');</a:t>
            </a:r>
          </a:p>
          <a:p>
            <a:r>
              <a:rPr lang="en-US" dirty="0"/>
              <a:t>    expect(</a:t>
            </a:r>
            <a:r>
              <a:rPr lang="en-US" dirty="0" err="1"/>
              <a:t>authRes.status</a:t>
            </a:r>
            <a:r>
              <a:rPr lang="en-US" dirty="0"/>
              <a:t>()).</a:t>
            </a:r>
            <a:r>
              <a:rPr lang="en-US" dirty="0" err="1"/>
              <a:t>toBe</a:t>
            </a:r>
            <a:r>
              <a:rPr lang="en-US" dirty="0"/>
              <a:t>(200);</a:t>
            </a:r>
          </a:p>
          <a:p>
            <a:r>
              <a:rPr lang="en-US" dirty="0"/>
              <a:t>    const token = (await </a:t>
            </a:r>
            <a:r>
              <a:rPr lang="en-US" dirty="0" err="1"/>
              <a:t>authRes.json</a:t>
            </a:r>
            <a:r>
              <a:rPr lang="en-US" dirty="0"/>
              <a:t>()).token;</a:t>
            </a:r>
          </a:p>
          <a:p>
            <a:r>
              <a:rPr lang="en-US" dirty="0"/>
              <a:t>    expect(token).</a:t>
            </a:r>
            <a:r>
              <a:rPr lang="en-US" dirty="0" err="1"/>
              <a:t>toBeTruthy</a:t>
            </a:r>
            <a:r>
              <a:rPr lang="en-US" dirty="0"/>
              <a:t>();</a:t>
            </a:r>
          </a:p>
          <a:p>
            <a:br>
              <a:rPr lang="en-US" dirty="0"/>
            </a:br>
            <a:r>
              <a:rPr lang="en-US" dirty="0" err="1"/>
              <a:t>indha</a:t>
            </a:r>
            <a:r>
              <a:rPr lang="en-US" dirty="0"/>
              <a:t> code la auth nu </a:t>
            </a:r>
            <a:r>
              <a:rPr lang="en-US" dirty="0" err="1"/>
              <a:t>oru</a:t>
            </a:r>
            <a:r>
              <a:rPr lang="en-US" dirty="0"/>
              <a:t> object from </a:t>
            </a:r>
            <a:r>
              <a:rPr lang="en-US" dirty="0" err="1"/>
              <a:t>authservice</a:t>
            </a:r>
            <a:r>
              <a:rPr lang="en-US" dirty="0"/>
              <a:t> class </a:t>
            </a:r>
            <a:r>
              <a:rPr lang="en-US" dirty="0" err="1"/>
              <a:t>mooliyuma</a:t>
            </a:r>
            <a:r>
              <a:rPr lang="en-US" dirty="0"/>
              <a:t> </a:t>
            </a:r>
            <a:r>
              <a:rPr lang="en-US" dirty="0" err="1"/>
              <a:t>authservice</a:t>
            </a:r>
            <a:r>
              <a:rPr lang="en-US" dirty="0"/>
              <a:t> class method access </a:t>
            </a:r>
            <a:r>
              <a:rPr lang="en-US" dirty="0" err="1"/>
              <a:t>pandrom</a:t>
            </a:r>
            <a:r>
              <a:rPr lang="en-US" dirty="0"/>
              <a:t>. </a:t>
            </a:r>
            <a:r>
              <a:rPr lang="en-US" dirty="0" err="1"/>
              <a:t>Andha</a:t>
            </a:r>
            <a:r>
              <a:rPr lang="en-US" dirty="0"/>
              <a:t> method dan await </a:t>
            </a:r>
            <a:r>
              <a:rPr lang="en-US" dirty="0" err="1"/>
              <a:t>auth.generate_token</a:t>
            </a:r>
            <a:r>
              <a:rPr lang="en-US" dirty="0"/>
              <a:t>('admin', 'password123’); which requires two parameter.</a:t>
            </a:r>
            <a:br>
              <a:rPr lang="en-US" dirty="0"/>
            </a:br>
            <a:r>
              <a:rPr lang="en-US" dirty="0"/>
              <a:t>Then </a:t>
            </a:r>
            <a:r>
              <a:rPr lang="en-US" dirty="0" err="1"/>
              <a:t>adhoda</a:t>
            </a:r>
            <a:r>
              <a:rPr lang="en-US" dirty="0"/>
              <a:t> return type </a:t>
            </a:r>
            <a:r>
              <a:rPr lang="en-US" dirty="0" err="1"/>
              <a:t>authRes</a:t>
            </a:r>
            <a:r>
              <a:rPr lang="en-US" dirty="0"/>
              <a:t> la save </a:t>
            </a:r>
            <a:r>
              <a:rPr lang="en-US" dirty="0" err="1"/>
              <a:t>pannikurom</a:t>
            </a:r>
            <a:r>
              <a:rPr lang="en-US" dirty="0"/>
              <a:t> and validating using</a:t>
            </a:r>
          </a:p>
          <a:p>
            <a:r>
              <a:rPr lang="en-US" dirty="0"/>
              <a:t>expect(</a:t>
            </a:r>
            <a:r>
              <a:rPr lang="en-US" dirty="0" err="1"/>
              <a:t>authRes.status</a:t>
            </a:r>
            <a:r>
              <a:rPr lang="en-US" dirty="0"/>
              <a:t>()).</a:t>
            </a:r>
            <a:r>
              <a:rPr lang="en-US" dirty="0" err="1"/>
              <a:t>toBe</a:t>
            </a:r>
            <a:r>
              <a:rPr lang="en-US" dirty="0"/>
              <a:t>(200);</a:t>
            </a:r>
            <a:br>
              <a:rPr lang="en-US" dirty="0"/>
            </a:br>
            <a:br>
              <a:rPr lang="en-US" dirty="0"/>
            </a:br>
            <a:r>
              <a:rPr lang="en-US" dirty="0"/>
              <a:t>const token = (await </a:t>
            </a:r>
            <a:r>
              <a:rPr lang="en-US" dirty="0" err="1"/>
              <a:t>authRes.json</a:t>
            </a:r>
            <a:r>
              <a:rPr lang="en-US" dirty="0"/>
              <a:t>()).token;</a:t>
            </a:r>
          </a:p>
          <a:p>
            <a:r>
              <a:rPr lang="en-US" dirty="0" err="1"/>
              <a:t>Indha</a:t>
            </a:r>
            <a:r>
              <a:rPr lang="en-US" dirty="0"/>
              <a:t> line </a:t>
            </a:r>
            <a:r>
              <a:rPr lang="en-US" dirty="0" err="1"/>
              <a:t>mooliyuma</a:t>
            </a:r>
            <a:r>
              <a:rPr lang="en-US" dirty="0"/>
              <a:t> </a:t>
            </a:r>
            <a:r>
              <a:rPr lang="en-US" dirty="0" err="1"/>
              <a:t>json</a:t>
            </a:r>
            <a:r>
              <a:rPr lang="en-US" dirty="0"/>
              <a:t> response huh </a:t>
            </a:r>
            <a:r>
              <a:rPr lang="en-US" dirty="0" err="1"/>
              <a:t>javascript</a:t>
            </a:r>
            <a:r>
              <a:rPr lang="en-US" dirty="0"/>
              <a:t> object ah convert panni </a:t>
            </a:r>
            <a:r>
              <a:rPr lang="en-US" dirty="0" err="1"/>
              <a:t>adhula</a:t>
            </a:r>
            <a:r>
              <a:rPr lang="en-US" dirty="0"/>
              <a:t> </a:t>
            </a:r>
            <a:r>
              <a:rPr lang="en-US" dirty="0" err="1"/>
              <a:t>irundhu</a:t>
            </a:r>
            <a:r>
              <a:rPr lang="en-US" dirty="0"/>
              <a:t> token </a:t>
            </a:r>
            <a:r>
              <a:rPr lang="en-US" dirty="0" err="1"/>
              <a:t>piruchi</a:t>
            </a:r>
            <a:r>
              <a:rPr lang="en-US" dirty="0"/>
              <a:t> </a:t>
            </a:r>
            <a:r>
              <a:rPr lang="en-US" dirty="0" err="1"/>
              <a:t>edukirom</a:t>
            </a:r>
            <a:br>
              <a:rPr lang="en-US" dirty="0"/>
            </a:br>
            <a:br>
              <a:rPr lang="en-US" dirty="0"/>
            </a:br>
            <a:endParaRPr lang="en-US" dirty="0"/>
          </a:p>
          <a:p>
            <a:endParaRPr lang="en-US" dirty="0"/>
          </a:p>
          <a:p>
            <a:pPr algn="ctr"/>
            <a:endParaRPr lang="en-US" dirty="0"/>
          </a:p>
        </p:txBody>
      </p:sp>
    </p:spTree>
    <p:extLst>
      <p:ext uri="{BB962C8B-B14F-4D97-AF65-F5344CB8AC3E}">
        <p14:creationId xmlns:p14="http://schemas.microsoft.com/office/powerpoint/2010/main" val="3996587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D71C46-C644-69CD-5E20-4367D3342A4F}"/>
              </a:ext>
            </a:extLst>
          </p:cNvPr>
          <p:cNvSpPr/>
          <p:nvPr/>
        </p:nvSpPr>
        <p:spPr>
          <a:xfrm>
            <a:off x="576072" y="265176"/>
            <a:ext cx="10981944" cy="5577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Json Schema validation</a:t>
            </a:r>
          </a:p>
        </p:txBody>
      </p:sp>
      <p:sp>
        <p:nvSpPr>
          <p:cNvPr id="3" name="Rectangle 2">
            <a:extLst>
              <a:ext uri="{FF2B5EF4-FFF2-40B4-BE49-F238E27FC236}">
                <a16:creationId xmlns:a16="http://schemas.microsoft.com/office/drawing/2014/main" id="{3F005982-C48B-C33F-CBA9-8483A565ADFF}"/>
              </a:ext>
            </a:extLst>
          </p:cNvPr>
          <p:cNvSpPr/>
          <p:nvPr/>
        </p:nvSpPr>
        <p:spPr>
          <a:xfrm>
            <a:off x="576072" y="1435608"/>
            <a:ext cx="10899648" cy="10332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JSON Schema validation-</a:t>
            </a:r>
            <a:r>
              <a:rPr lang="en-US" dirty="0" err="1"/>
              <a:t>na</a:t>
            </a:r>
            <a:r>
              <a:rPr lang="en-US" dirty="0"/>
              <a:t> API response-la </a:t>
            </a:r>
            <a:r>
              <a:rPr lang="en-US" dirty="0" err="1"/>
              <a:t>irukkura</a:t>
            </a:r>
            <a:r>
              <a:rPr lang="en-US" dirty="0"/>
              <a:t> field names, data types, required fields, nested objects, arrays correct-ah </a:t>
            </a:r>
            <a:r>
              <a:rPr lang="en-US" dirty="0" err="1"/>
              <a:t>irukka</a:t>
            </a:r>
            <a:r>
              <a:rPr lang="en-US" dirty="0"/>
              <a:t>-nu validate </a:t>
            </a:r>
            <a:r>
              <a:rPr lang="en-US" dirty="0" err="1"/>
              <a:t>panradhu</a:t>
            </a:r>
            <a:endParaRPr lang="en-US" dirty="0"/>
          </a:p>
        </p:txBody>
      </p:sp>
      <p:sp>
        <p:nvSpPr>
          <p:cNvPr id="4" name="Rectangle 3">
            <a:extLst>
              <a:ext uri="{FF2B5EF4-FFF2-40B4-BE49-F238E27FC236}">
                <a16:creationId xmlns:a16="http://schemas.microsoft.com/office/drawing/2014/main" id="{33392632-BCE7-00F4-4612-1EFD8932FFEE}"/>
              </a:ext>
            </a:extLst>
          </p:cNvPr>
          <p:cNvSpPr/>
          <p:nvPr/>
        </p:nvSpPr>
        <p:spPr>
          <a:xfrm>
            <a:off x="576072" y="2779776"/>
            <a:ext cx="10899648" cy="12984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For </a:t>
            </a:r>
            <a:r>
              <a:rPr lang="en-US" dirty="0" err="1"/>
              <a:t>json</a:t>
            </a:r>
            <a:r>
              <a:rPr lang="en-US" dirty="0"/>
              <a:t> schema validation we need to run this </a:t>
            </a:r>
            <a:br>
              <a:rPr lang="en-US" dirty="0"/>
            </a:br>
            <a:r>
              <a:rPr lang="en-US" dirty="0" err="1"/>
              <a:t>npm</a:t>
            </a:r>
            <a:r>
              <a:rPr lang="en-US" dirty="0"/>
              <a:t> install </a:t>
            </a:r>
            <a:r>
              <a:rPr lang="en-US" dirty="0" err="1"/>
              <a:t>ajv</a:t>
            </a:r>
            <a:endParaRPr lang="en-US" dirty="0"/>
          </a:p>
          <a:p>
            <a:pPr algn="ctr"/>
            <a:r>
              <a:rPr lang="en-US" dirty="0" err="1"/>
              <a:t>Ajv</a:t>
            </a:r>
            <a:r>
              <a:rPr lang="en-US" dirty="0"/>
              <a:t> package JSON Schema rules-</a:t>
            </a:r>
            <a:r>
              <a:rPr lang="en-US" dirty="0" err="1"/>
              <a:t>ku</a:t>
            </a:r>
            <a:r>
              <a:rPr lang="en-US" dirty="0"/>
              <a:t> response valid-ah </a:t>
            </a:r>
            <a:r>
              <a:rPr lang="en-US" dirty="0" err="1"/>
              <a:t>irukka</a:t>
            </a:r>
            <a:r>
              <a:rPr lang="en-US" dirty="0"/>
              <a:t>-nu check </a:t>
            </a:r>
            <a:r>
              <a:rPr lang="en-US" dirty="0" err="1"/>
              <a:t>pannum</a:t>
            </a:r>
            <a:r>
              <a:rPr lang="en-US" dirty="0"/>
              <a:t>.</a:t>
            </a:r>
          </a:p>
        </p:txBody>
      </p:sp>
    </p:spTree>
    <p:extLst>
      <p:ext uri="{BB962C8B-B14F-4D97-AF65-F5344CB8AC3E}">
        <p14:creationId xmlns:p14="http://schemas.microsoft.com/office/powerpoint/2010/main" val="29118792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37E12C-2009-8DC7-22F0-C8A78E14C779}"/>
              </a:ext>
            </a:extLst>
          </p:cNvPr>
          <p:cNvSpPr/>
          <p:nvPr/>
        </p:nvSpPr>
        <p:spPr>
          <a:xfrm>
            <a:off x="0" y="-64008"/>
            <a:ext cx="12192000" cy="69220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200" dirty="0"/>
              <a:t>Steps to be followed for schema validation</a:t>
            </a:r>
            <a:br>
              <a:rPr lang="en-US" sz="1200" dirty="0"/>
            </a:br>
            <a:r>
              <a:rPr lang="en-US" sz="1200" b="1" dirty="0"/>
              <a:t>JSON Schema Validation – Keyword Explanation</a:t>
            </a:r>
          </a:p>
          <a:p>
            <a:r>
              <a:rPr lang="en-US" sz="1200" b="1" dirty="0"/>
              <a:t>1. "type": "object" — Why?</a:t>
            </a:r>
          </a:p>
          <a:p>
            <a:r>
              <a:rPr lang="en-US" sz="1200" dirty="0"/>
              <a:t>Defines that the API response must be a JSON object.</a:t>
            </a:r>
          </a:p>
          <a:p>
            <a:r>
              <a:rPr lang="en-US" sz="1200" b="1" dirty="0"/>
              <a:t>2. "required": [...] — Why?</a:t>
            </a:r>
          </a:p>
          <a:p>
            <a:r>
              <a:rPr lang="en-US" sz="1200" dirty="0"/>
              <a:t>Specifies the fields that must be present in the response. If any required field is missing, schema validation fails.</a:t>
            </a:r>
          </a:p>
          <a:p>
            <a:r>
              <a:rPr lang="en-US" sz="1200" dirty="0"/>
              <a:t>"required": [</a:t>
            </a:r>
          </a:p>
          <a:p>
            <a:r>
              <a:rPr lang="en-US" sz="1200" dirty="0"/>
              <a:t>  "</a:t>
            </a:r>
            <a:r>
              <a:rPr lang="en-US" sz="1200" dirty="0" err="1"/>
              <a:t>firstname</a:t>
            </a:r>
            <a:r>
              <a:rPr lang="en-US" sz="1200" dirty="0"/>
              <a:t>",</a:t>
            </a:r>
          </a:p>
          <a:p>
            <a:r>
              <a:rPr lang="en-US" sz="1200" dirty="0"/>
              <a:t>  "</a:t>
            </a:r>
            <a:r>
              <a:rPr lang="en-US" sz="1200" dirty="0" err="1"/>
              <a:t>lastname</a:t>
            </a:r>
            <a:r>
              <a:rPr lang="en-US" sz="1200" dirty="0"/>
              <a:t>",</a:t>
            </a:r>
          </a:p>
          <a:p>
            <a:r>
              <a:rPr lang="en-US" sz="1200" dirty="0"/>
              <a:t>  "</a:t>
            </a:r>
            <a:r>
              <a:rPr lang="en-US" sz="1200" dirty="0" err="1"/>
              <a:t>totalprice</a:t>
            </a:r>
            <a:r>
              <a:rPr lang="en-US" sz="1200" dirty="0"/>
              <a:t>",</a:t>
            </a:r>
          </a:p>
          <a:p>
            <a:r>
              <a:rPr lang="en-US" sz="1200" dirty="0"/>
              <a:t>  "</a:t>
            </a:r>
            <a:r>
              <a:rPr lang="en-US" sz="1200" dirty="0" err="1"/>
              <a:t>depositpaid</a:t>
            </a:r>
            <a:r>
              <a:rPr lang="en-US" sz="1200" dirty="0"/>
              <a:t>",</a:t>
            </a:r>
          </a:p>
          <a:p>
            <a:r>
              <a:rPr lang="en-US" sz="1200" dirty="0"/>
              <a:t>  "</a:t>
            </a:r>
            <a:r>
              <a:rPr lang="en-US" sz="1200" dirty="0" err="1"/>
              <a:t>bookingdates</a:t>
            </a:r>
            <a:r>
              <a:rPr lang="en-US" sz="1200" dirty="0"/>
              <a:t>",</a:t>
            </a:r>
          </a:p>
          <a:p>
            <a:r>
              <a:rPr lang="en-US" sz="1200" dirty="0"/>
              <a:t>  "</a:t>
            </a:r>
            <a:r>
              <a:rPr lang="en-US" sz="1200" dirty="0" err="1"/>
              <a:t>additionalneeds</a:t>
            </a:r>
            <a:r>
              <a:rPr lang="en-US" sz="1200" dirty="0"/>
              <a:t>"</a:t>
            </a:r>
          </a:p>
          <a:p>
            <a:r>
              <a:rPr lang="en-US" sz="1200" dirty="0"/>
              <a:t>]</a:t>
            </a:r>
          </a:p>
          <a:p>
            <a:r>
              <a:rPr lang="en-US" sz="1200" b="1" dirty="0"/>
              <a:t>3. "properties": {} — Why?</a:t>
            </a:r>
          </a:p>
          <a:p>
            <a:r>
              <a:rPr lang="en-US" sz="1200" dirty="0"/>
              <a:t>Defines the expected data type and validation rules for each field.</a:t>
            </a:r>
          </a:p>
          <a:p>
            <a:r>
              <a:rPr lang="en-US" sz="1200" dirty="0"/>
              <a:t>"properties": {</a:t>
            </a:r>
          </a:p>
          <a:p>
            <a:r>
              <a:rPr lang="en-US" sz="1200" dirty="0"/>
              <a:t>  "</a:t>
            </a:r>
            <a:r>
              <a:rPr lang="en-US" sz="1200" dirty="0" err="1"/>
              <a:t>firstname</a:t>
            </a:r>
            <a:r>
              <a:rPr lang="en-US" sz="1200" dirty="0"/>
              <a:t>": { "type": "string" },</a:t>
            </a:r>
          </a:p>
          <a:p>
            <a:r>
              <a:rPr lang="en-US" sz="1200" dirty="0"/>
              <a:t>  "</a:t>
            </a:r>
            <a:r>
              <a:rPr lang="en-US" sz="1200" dirty="0" err="1"/>
              <a:t>lastname</a:t>
            </a:r>
            <a:r>
              <a:rPr lang="en-US" sz="1200" dirty="0"/>
              <a:t>": { "type": "string" },</a:t>
            </a:r>
          </a:p>
          <a:p>
            <a:r>
              <a:rPr lang="en-US" sz="1200" dirty="0"/>
              <a:t>  "</a:t>
            </a:r>
            <a:r>
              <a:rPr lang="en-US" sz="1200" dirty="0" err="1"/>
              <a:t>totalprice</a:t>
            </a:r>
            <a:r>
              <a:rPr lang="en-US" sz="1200" dirty="0"/>
              <a:t>": { "type": "number" },</a:t>
            </a:r>
          </a:p>
          <a:p>
            <a:r>
              <a:rPr lang="en-US" sz="1200" dirty="0"/>
              <a:t>  "</a:t>
            </a:r>
            <a:r>
              <a:rPr lang="en-US" sz="1200" dirty="0" err="1"/>
              <a:t>depositpaid</a:t>
            </a:r>
            <a:r>
              <a:rPr lang="en-US" sz="1200" dirty="0"/>
              <a:t>": { "type": "</a:t>
            </a:r>
            <a:r>
              <a:rPr lang="en-US" sz="1200" dirty="0" err="1"/>
              <a:t>boolean</a:t>
            </a:r>
            <a:r>
              <a:rPr lang="en-US" sz="1200" dirty="0"/>
              <a:t>" },</a:t>
            </a:r>
          </a:p>
          <a:p>
            <a:r>
              <a:rPr lang="en-US" sz="1200" dirty="0"/>
              <a:t>  "</a:t>
            </a:r>
            <a:r>
              <a:rPr lang="en-US" sz="1200" dirty="0" err="1"/>
              <a:t>additionalneeds</a:t>
            </a:r>
            <a:r>
              <a:rPr lang="en-US" sz="1200" dirty="0"/>
              <a:t>": { "type": "string" }</a:t>
            </a:r>
          </a:p>
          <a:p>
            <a:r>
              <a:rPr lang="en-US" sz="1200" dirty="0"/>
              <a:t>}</a:t>
            </a:r>
          </a:p>
          <a:p>
            <a:pPr lvl="0"/>
            <a:r>
              <a:rPr lang="en-US" sz="1200" dirty="0"/>
              <a:t>string → Text, e.g. "Harish"</a:t>
            </a:r>
          </a:p>
          <a:p>
            <a:pPr lvl="0"/>
            <a:r>
              <a:rPr lang="en-US" sz="1200" dirty="0"/>
              <a:t>number → Numeric value, e.g. 1500</a:t>
            </a:r>
          </a:p>
          <a:p>
            <a:pPr lvl="0"/>
            <a:r>
              <a:rPr lang="en-US" sz="1200" dirty="0" err="1"/>
              <a:t>boolean</a:t>
            </a:r>
            <a:r>
              <a:rPr lang="en-US" sz="1200" dirty="0"/>
              <a:t> → true or false</a:t>
            </a:r>
          </a:p>
          <a:p>
            <a:pPr lvl="0"/>
            <a:r>
              <a:rPr lang="en-US" sz="1200" dirty="0"/>
              <a:t>object → Nested JSON object</a:t>
            </a:r>
          </a:p>
          <a:p>
            <a:r>
              <a:rPr lang="en-US" sz="1200" b="1" dirty="0"/>
              <a:t>4. "</a:t>
            </a:r>
            <a:r>
              <a:rPr lang="en-US" sz="1200" b="1" dirty="0" err="1"/>
              <a:t>bookingdates</a:t>
            </a:r>
            <a:r>
              <a:rPr lang="en-US" sz="1200" b="1" dirty="0"/>
              <a:t>": { "type": "object" } — Why?</a:t>
            </a:r>
          </a:p>
          <a:p>
            <a:r>
              <a:rPr lang="en-US" sz="1200" dirty="0"/>
              <a:t>Defines </a:t>
            </a:r>
            <a:r>
              <a:rPr lang="en-US" sz="1200" dirty="0" err="1"/>
              <a:t>bookingdates</a:t>
            </a:r>
            <a:r>
              <a:rPr lang="en-US" sz="1200" dirty="0"/>
              <a:t> as a nested object containing </a:t>
            </a:r>
            <a:r>
              <a:rPr lang="en-US" sz="1200" dirty="0" err="1"/>
              <a:t>checkin</a:t>
            </a:r>
            <a:r>
              <a:rPr lang="en-US" sz="1200" dirty="0"/>
              <a:t> and checkout.</a:t>
            </a:r>
          </a:p>
          <a:p>
            <a:r>
              <a:rPr lang="en-US" sz="1200" b="1" dirty="0"/>
              <a:t>5. Inner "required": ["</a:t>
            </a:r>
            <a:r>
              <a:rPr lang="en-US" sz="1200" b="1" dirty="0" err="1"/>
              <a:t>checkin</a:t>
            </a:r>
            <a:r>
              <a:rPr lang="en-US" sz="1200" b="1" dirty="0"/>
              <a:t>", "checkout"] — Why?</a:t>
            </a:r>
          </a:p>
          <a:p>
            <a:r>
              <a:rPr lang="en-US" sz="1200" dirty="0"/>
              <a:t>Ensures both date fields are present inside the </a:t>
            </a:r>
            <a:r>
              <a:rPr lang="en-US" sz="1200" dirty="0" err="1"/>
              <a:t>bookingdates</a:t>
            </a:r>
            <a:r>
              <a:rPr lang="en-US" sz="1200" dirty="0"/>
              <a:t> object.</a:t>
            </a:r>
          </a:p>
          <a:p>
            <a:r>
              <a:rPr lang="en-US" sz="1200" b="1" dirty="0"/>
              <a:t>6. Inner "properties": {} — Why?</a:t>
            </a:r>
          </a:p>
          <a:p>
            <a:r>
              <a:rPr lang="en-US" sz="1200" dirty="0"/>
              <a:t>Defines the expected data types of </a:t>
            </a:r>
            <a:r>
              <a:rPr lang="en-US" sz="1200" dirty="0" err="1"/>
              <a:t>checkin</a:t>
            </a:r>
            <a:r>
              <a:rPr lang="en-US" sz="1200" dirty="0"/>
              <a:t> and checkout, which are strings in this schema.</a:t>
            </a:r>
          </a:p>
          <a:p>
            <a:r>
              <a:rPr lang="en-US" sz="1200" b="1" dirty="0"/>
              <a:t>7. "</a:t>
            </a:r>
            <a:r>
              <a:rPr lang="en-US" sz="1200" b="1" dirty="0" err="1"/>
              <a:t>additionalProperties</a:t>
            </a:r>
            <a:r>
              <a:rPr lang="en-US" sz="1200" b="1" dirty="0"/>
              <a:t>": false — Why?</a:t>
            </a:r>
          </a:p>
          <a:p>
            <a:r>
              <a:rPr lang="en-US" sz="1200" dirty="0"/>
              <a:t>Rejects unexpected fields that are not defined in the schema. This rule is applied separately to the main object and the nested </a:t>
            </a:r>
            <a:r>
              <a:rPr lang="en-US" sz="1200" dirty="0" err="1"/>
              <a:t>bookingdates</a:t>
            </a:r>
            <a:r>
              <a:rPr lang="en-US" sz="1200" dirty="0"/>
              <a:t> object.</a:t>
            </a:r>
          </a:p>
          <a:p>
            <a:r>
              <a:rPr lang="en-US" sz="1200" b="1" dirty="0"/>
              <a:t>8. "$schema" — Why?</a:t>
            </a:r>
          </a:p>
          <a:p>
            <a:r>
              <a:rPr lang="en-US" sz="1200" dirty="0"/>
              <a:t>Identifies the JSON Schema specification version being used: Draft-07.</a:t>
            </a:r>
          </a:p>
          <a:p>
            <a:r>
              <a:rPr lang="en-US" sz="1200" b="1" dirty="0"/>
              <a:t>Remember:</a:t>
            </a:r>
            <a:endParaRPr lang="en-US" sz="1200" dirty="0"/>
          </a:p>
          <a:p>
            <a:pPr lvl="0"/>
            <a:r>
              <a:rPr lang="en-US" sz="1200" dirty="0"/>
              <a:t>type → What kind of data?</a:t>
            </a:r>
          </a:p>
          <a:p>
            <a:pPr lvl="0"/>
            <a:r>
              <a:rPr lang="en-US" sz="1200" dirty="0"/>
              <a:t>required → Which fields must exist?</a:t>
            </a:r>
          </a:p>
          <a:p>
            <a:pPr lvl="0"/>
            <a:r>
              <a:rPr lang="en-US" sz="1200" dirty="0"/>
              <a:t>properties → What are the rules for each field?</a:t>
            </a:r>
          </a:p>
          <a:p>
            <a:pPr lvl="0"/>
            <a:r>
              <a:rPr lang="en-US" sz="1200" dirty="0" err="1"/>
              <a:t>additionalProperties</a:t>
            </a:r>
            <a:r>
              <a:rPr lang="en-US" sz="1200" dirty="0"/>
              <a:t>: false → Are unexpected fields allowed?</a:t>
            </a:r>
          </a:p>
          <a:p>
            <a:pPr lvl="0"/>
            <a:r>
              <a:rPr lang="en-US" sz="1200" dirty="0"/>
              <a:t>$schema → Which schema specification is used?</a:t>
            </a:r>
          </a:p>
          <a:p>
            <a:r>
              <a:rPr lang="en-US" sz="1200" b="1" dirty="0"/>
              <a:t>Purpose:</a:t>
            </a:r>
            <a:r>
              <a:rPr lang="en-US" sz="1200" dirty="0"/>
              <a:t> AJV compares the actual API response against these rules to verify that the response structure and data types match the expected schema.</a:t>
            </a:r>
          </a:p>
          <a:p>
            <a:pPr algn="ctr"/>
            <a:endParaRPr lang="en-US" sz="1200" dirty="0"/>
          </a:p>
          <a:p>
            <a:pPr algn="ctr"/>
            <a:endParaRPr lang="en-US" sz="1200" dirty="0"/>
          </a:p>
        </p:txBody>
      </p:sp>
    </p:spTree>
    <p:extLst>
      <p:ext uri="{BB962C8B-B14F-4D97-AF65-F5344CB8AC3E}">
        <p14:creationId xmlns:p14="http://schemas.microsoft.com/office/powerpoint/2010/main" val="1808962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A3EE37-A5D0-E91B-C89D-94A76CBBCC34}"/>
              </a:ext>
            </a:extLst>
          </p:cNvPr>
          <p:cNvSpPr/>
          <p:nvPr/>
        </p:nvSpPr>
        <p:spPr>
          <a:xfrm>
            <a:off x="640080" y="585216"/>
            <a:ext cx="3410712" cy="61356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pPr algn="ctr"/>
            <a:r>
              <a:rPr lang="en-US" dirty="0"/>
              <a:t>{</a:t>
            </a:r>
          </a:p>
          <a:p>
            <a:pPr algn="ctr"/>
            <a:r>
              <a:rPr lang="en-US" dirty="0"/>
              <a:t>  "</a:t>
            </a:r>
            <a:r>
              <a:rPr lang="en-US" dirty="0" err="1"/>
              <a:t>firstname</a:t>
            </a:r>
            <a:r>
              <a:rPr lang="en-US" dirty="0"/>
              <a:t>": "Harish",</a:t>
            </a:r>
          </a:p>
          <a:p>
            <a:pPr algn="ctr"/>
            <a:r>
              <a:rPr lang="en-US" dirty="0"/>
              <a:t>  "</a:t>
            </a:r>
            <a:r>
              <a:rPr lang="en-US" dirty="0" err="1"/>
              <a:t>lastname</a:t>
            </a:r>
            <a:r>
              <a:rPr lang="en-US" dirty="0"/>
              <a:t>": "Baskar",</a:t>
            </a:r>
          </a:p>
          <a:p>
            <a:pPr algn="ctr"/>
            <a:r>
              <a:rPr lang="en-US" dirty="0"/>
              <a:t>  "</a:t>
            </a:r>
            <a:r>
              <a:rPr lang="en-US" dirty="0" err="1"/>
              <a:t>totalprice</a:t>
            </a:r>
            <a:r>
              <a:rPr lang="en-US" dirty="0"/>
              <a:t>": 1500,</a:t>
            </a:r>
          </a:p>
          <a:p>
            <a:pPr algn="ctr"/>
            <a:r>
              <a:rPr lang="en-US" dirty="0"/>
              <a:t>  "</a:t>
            </a:r>
            <a:r>
              <a:rPr lang="en-US" dirty="0" err="1"/>
              <a:t>depositpaid</a:t>
            </a:r>
            <a:r>
              <a:rPr lang="en-US" dirty="0"/>
              <a:t>": true,</a:t>
            </a:r>
          </a:p>
          <a:p>
            <a:pPr algn="ctr"/>
            <a:r>
              <a:rPr lang="en-US" dirty="0"/>
              <a:t>  "</a:t>
            </a:r>
            <a:r>
              <a:rPr lang="en-US" dirty="0" err="1"/>
              <a:t>bookingdates</a:t>
            </a:r>
            <a:r>
              <a:rPr lang="en-US" dirty="0"/>
              <a:t>": {</a:t>
            </a:r>
          </a:p>
          <a:p>
            <a:pPr algn="ctr"/>
            <a:r>
              <a:rPr lang="en-US" dirty="0"/>
              <a:t>    "</a:t>
            </a:r>
            <a:r>
              <a:rPr lang="en-US" dirty="0" err="1"/>
              <a:t>checkin</a:t>
            </a:r>
            <a:r>
              <a:rPr lang="en-US" dirty="0"/>
              <a:t>": "2026-11-01",</a:t>
            </a:r>
          </a:p>
          <a:p>
            <a:pPr algn="ctr"/>
            <a:r>
              <a:rPr lang="en-US" dirty="0"/>
              <a:t>    "checkout": "2026-11-05"</a:t>
            </a:r>
          </a:p>
          <a:p>
            <a:pPr algn="ctr"/>
            <a:r>
              <a:rPr lang="en-US" dirty="0"/>
              <a:t>  },</a:t>
            </a:r>
          </a:p>
          <a:p>
            <a:pPr algn="ctr"/>
            <a:r>
              <a:rPr lang="en-US" dirty="0"/>
              <a:t>  "</a:t>
            </a:r>
            <a:r>
              <a:rPr lang="en-US" dirty="0" err="1"/>
              <a:t>additionalneeds</a:t>
            </a:r>
            <a:r>
              <a:rPr lang="en-US" dirty="0"/>
              <a:t>": "Breakfast"</a:t>
            </a:r>
          </a:p>
          <a:p>
            <a:pPr algn="ctr"/>
            <a:r>
              <a:rPr lang="en-US" dirty="0"/>
              <a:t>}</a:t>
            </a:r>
          </a:p>
          <a:p>
            <a:pPr algn="ctr"/>
            <a:r>
              <a:rPr lang="en-US" dirty="0"/>
              <a:t>   </a:t>
            </a:r>
          </a:p>
        </p:txBody>
      </p:sp>
      <p:sp>
        <p:nvSpPr>
          <p:cNvPr id="3" name="Oval 2">
            <a:extLst>
              <a:ext uri="{FF2B5EF4-FFF2-40B4-BE49-F238E27FC236}">
                <a16:creationId xmlns:a16="http://schemas.microsoft.com/office/drawing/2014/main" id="{5562EA35-8AA5-172C-E31B-2B78F36AB700}"/>
              </a:ext>
            </a:extLst>
          </p:cNvPr>
          <p:cNvSpPr/>
          <p:nvPr/>
        </p:nvSpPr>
        <p:spPr>
          <a:xfrm>
            <a:off x="1325880" y="932688"/>
            <a:ext cx="2020824" cy="72237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originalBooking</a:t>
            </a:r>
            <a:r>
              <a:rPr lang="en-US" dirty="0"/>
              <a:t> object</a:t>
            </a:r>
          </a:p>
        </p:txBody>
      </p:sp>
      <p:sp>
        <p:nvSpPr>
          <p:cNvPr id="4" name="Rectangle 3">
            <a:extLst>
              <a:ext uri="{FF2B5EF4-FFF2-40B4-BE49-F238E27FC236}">
                <a16:creationId xmlns:a16="http://schemas.microsoft.com/office/drawing/2014/main" id="{7A9831FD-301C-673D-2AE6-8D22F991C7F9}"/>
              </a:ext>
            </a:extLst>
          </p:cNvPr>
          <p:cNvSpPr/>
          <p:nvPr/>
        </p:nvSpPr>
        <p:spPr>
          <a:xfrm>
            <a:off x="4215384" y="-256032"/>
            <a:ext cx="7516368" cy="69768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r>
              <a:rPr lang="en-US" dirty="0"/>
              <a:t>{</a:t>
            </a:r>
          </a:p>
          <a:p>
            <a:pPr algn="ctr"/>
            <a:r>
              <a:rPr lang="en-US" dirty="0"/>
              <a:t>  "$schema": "http://json-schema.org/draft-07/schema#",</a:t>
            </a:r>
          </a:p>
          <a:p>
            <a:pPr algn="ctr"/>
            <a:r>
              <a:rPr lang="en-US" dirty="0"/>
              <a:t>  "type": "object",</a:t>
            </a:r>
          </a:p>
          <a:p>
            <a:pPr algn="ctr"/>
            <a:r>
              <a:rPr lang="en-US" dirty="0"/>
              <a:t>  "required": [</a:t>
            </a:r>
          </a:p>
          <a:p>
            <a:pPr algn="ctr"/>
            <a:r>
              <a:rPr lang="en-US" dirty="0"/>
              <a:t>    "</a:t>
            </a:r>
            <a:r>
              <a:rPr lang="en-US" dirty="0" err="1"/>
              <a:t>firstname</a:t>
            </a:r>
            <a:r>
              <a:rPr lang="en-US" dirty="0"/>
              <a:t>", "</a:t>
            </a:r>
            <a:r>
              <a:rPr lang="en-US" dirty="0" err="1"/>
              <a:t>lastname</a:t>
            </a:r>
            <a:r>
              <a:rPr lang="en-US" dirty="0"/>
              <a:t>", "</a:t>
            </a:r>
            <a:r>
              <a:rPr lang="en-US" dirty="0" err="1"/>
              <a:t>totalprice</a:t>
            </a:r>
            <a:r>
              <a:rPr lang="en-US" dirty="0"/>
              <a:t>",</a:t>
            </a:r>
          </a:p>
          <a:p>
            <a:pPr algn="ctr"/>
            <a:r>
              <a:rPr lang="en-US" dirty="0"/>
              <a:t>    "</a:t>
            </a:r>
            <a:r>
              <a:rPr lang="en-US" dirty="0" err="1"/>
              <a:t>depositpaid</a:t>
            </a:r>
            <a:r>
              <a:rPr lang="en-US" dirty="0"/>
              <a:t>", "</a:t>
            </a:r>
            <a:r>
              <a:rPr lang="en-US" dirty="0" err="1"/>
              <a:t>bookingdates</a:t>
            </a:r>
            <a:r>
              <a:rPr lang="en-US" dirty="0"/>
              <a:t>", "</a:t>
            </a:r>
            <a:r>
              <a:rPr lang="en-US" dirty="0" err="1"/>
              <a:t>additionalneeds</a:t>
            </a:r>
            <a:r>
              <a:rPr lang="en-US" dirty="0"/>
              <a:t>"</a:t>
            </a:r>
          </a:p>
          <a:p>
            <a:pPr algn="ctr"/>
            <a:r>
              <a:rPr lang="en-US" dirty="0"/>
              <a:t>  ],</a:t>
            </a:r>
          </a:p>
          <a:p>
            <a:pPr algn="ctr"/>
            <a:r>
              <a:rPr lang="en-US" dirty="0"/>
              <a:t>  "properties": {</a:t>
            </a:r>
          </a:p>
          <a:p>
            <a:pPr algn="ctr"/>
            <a:r>
              <a:rPr lang="en-US" dirty="0"/>
              <a:t>    "</a:t>
            </a:r>
            <a:r>
              <a:rPr lang="en-US" dirty="0" err="1"/>
              <a:t>firstname</a:t>
            </a:r>
            <a:r>
              <a:rPr lang="en-US" dirty="0"/>
              <a:t>": { "type": "string" },</a:t>
            </a:r>
          </a:p>
          <a:p>
            <a:pPr algn="ctr"/>
            <a:r>
              <a:rPr lang="en-US" dirty="0"/>
              <a:t>    "</a:t>
            </a:r>
            <a:r>
              <a:rPr lang="en-US" dirty="0" err="1"/>
              <a:t>lastname</a:t>
            </a:r>
            <a:r>
              <a:rPr lang="en-US" dirty="0"/>
              <a:t>": { "type": "string" },</a:t>
            </a:r>
          </a:p>
          <a:p>
            <a:pPr algn="ctr"/>
            <a:r>
              <a:rPr lang="en-US" dirty="0"/>
              <a:t>    "</a:t>
            </a:r>
            <a:r>
              <a:rPr lang="en-US" dirty="0" err="1"/>
              <a:t>totalprice</a:t>
            </a:r>
            <a:r>
              <a:rPr lang="en-US" dirty="0"/>
              <a:t>": { "type": "number" },</a:t>
            </a:r>
          </a:p>
          <a:p>
            <a:pPr algn="ctr"/>
            <a:r>
              <a:rPr lang="en-US" dirty="0"/>
              <a:t>    "</a:t>
            </a:r>
            <a:r>
              <a:rPr lang="en-US" dirty="0" err="1"/>
              <a:t>depositpaid</a:t>
            </a:r>
            <a:r>
              <a:rPr lang="en-US" dirty="0"/>
              <a:t>": { "type": "</a:t>
            </a:r>
            <a:r>
              <a:rPr lang="en-US" dirty="0" err="1"/>
              <a:t>boolean</a:t>
            </a:r>
            <a:r>
              <a:rPr lang="en-US" dirty="0"/>
              <a:t>" },</a:t>
            </a:r>
          </a:p>
          <a:p>
            <a:pPr algn="ctr"/>
            <a:r>
              <a:rPr lang="en-US" dirty="0"/>
              <a:t>    "</a:t>
            </a:r>
            <a:r>
              <a:rPr lang="en-US" dirty="0" err="1"/>
              <a:t>bookingdates</a:t>
            </a:r>
            <a:r>
              <a:rPr lang="en-US" dirty="0"/>
              <a:t>": {</a:t>
            </a:r>
          </a:p>
          <a:p>
            <a:pPr algn="ctr"/>
            <a:r>
              <a:rPr lang="en-US" dirty="0"/>
              <a:t>      "type": "object",</a:t>
            </a:r>
          </a:p>
          <a:p>
            <a:pPr algn="ctr"/>
            <a:r>
              <a:rPr lang="en-US" dirty="0"/>
              <a:t>      "required": ["</a:t>
            </a:r>
            <a:r>
              <a:rPr lang="en-US" dirty="0" err="1"/>
              <a:t>checkin</a:t>
            </a:r>
            <a:r>
              <a:rPr lang="en-US" dirty="0"/>
              <a:t>", "checkout"],</a:t>
            </a:r>
          </a:p>
          <a:p>
            <a:pPr algn="ctr"/>
            <a:r>
              <a:rPr lang="en-US" dirty="0"/>
              <a:t>      "properties": {</a:t>
            </a:r>
          </a:p>
          <a:p>
            <a:pPr algn="ctr"/>
            <a:r>
              <a:rPr lang="en-US" dirty="0"/>
              <a:t>        "</a:t>
            </a:r>
            <a:r>
              <a:rPr lang="en-US" dirty="0" err="1"/>
              <a:t>checkin</a:t>
            </a:r>
            <a:r>
              <a:rPr lang="en-US" dirty="0"/>
              <a:t>": { "type": "string" },</a:t>
            </a:r>
          </a:p>
          <a:p>
            <a:pPr algn="ctr"/>
            <a:r>
              <a:rPr lang="en-US" dirty="0"/>
              <a:t>        "checkout": { "type": "string" }</a:t>
            </a:r>
          </a:p>
          <a:p>
            <a:pPr algn="ctr"/>
            <a:r>
              <a:rPr lang="en-US" dirty="0"/>
              <a:t>      },</a:t>
            </a:r>
          </a:p>
          <a:p>
            <a:pPr algn="ctr"/>
            <a:r>
              <a:rPr lang="en-US" dirty="0"/>
              <a:t>      "</a:t>
            </a:r>
            <a:r>
              <a:rPr lang="en-US" dirty="0" err="1"/>
              <a:t>additionalProperties</a:t>
            </a:r>
            <a:r>
              <a:rPr lang="en-US" dirty="0"/>
              <a:t>": false</a:t>
            </a:r>
          </a:p>
          <a:p>
            <a:pPr algn="ctr"/>
            <a:r>
              <a:rPr lang="en-US" dirty="0"/>
              <a:t>    },</a:t>
            </a:r>
          </a:p>
          <a:p>
            <a:pPr algn="ctr"/>
            <a:r>
              <a:rPr lang="en-US" dirty="0"/>
              <a:t>    "</a:t>
            </a:r>
            <a:r>
              <a:rPr lang="en-US" dirty="0" err="1"/>
              <a:t>additionalneeds</a:t>
            </a:r>
            <a:r>
              <a:rPr lang="en-US" dirty="0"/>
              <a:t>": { "type": "string" }</a:t>
            </a:r>
          </a:p>
          <a:p>
            <a:pPr algn="ctr"/>
            <a:r>
              <a:rPr lang="en-US" dirty="0"/>
              <a:t>  },</a:t>
            </a:r>
          </a:p>
          <a:p>
            <a:pPr algn="ctr"/>
            <a:r>
              <a:rPr lang="en-US" dirty="0"/>
              <a:t>  "</a:t>
            </a:r>
            <a:r>
              <a:rPr lang="en-US" dirty="0" err="1"/>
              <a:t>additionalProperties</a:t>
            </a:r>
            <a:r>
              <a:rPr lang="en-US" dirty="0"/>
              <a:t>": false</a:t>
            </a:r>
          </a:p>
          <a:p>
            <a:pPr algn="ctr"/>
            <a:r>
              <a:rPr lang="en-US" dirty="0"/>
              <a:t>}</a:t>
            </a:r>
          </a:p>
          <a:p>
            <a:pPr algn="ctr"/>
            <a:endParaRPr lang="en-US" dirty="0"/>
          </a:p>
        </p:txBody>
      </p:sp>
      <p:sp>
        <p:nvSpPr>
          <p:cNvPr id="5" name="Oval 4">
            <a:extLst>
              <a:ext uri="{FF2B5EF4-FFF2-40B4-BE49-F238E27FC236}">
                <a16:creationId xmlns:a16="http://schemas.microsoft.com/office/drawing/2014/main" id="{F38945DE-912E-FD79-1F5B-D7C234EDB59C}"/>
              </a:ext>
            </a:extLst>
          </p:cNvPr>
          <p:cNvSpPr/>
          <p:nvPr/>
        </p:nvSpPr>
        <p:spPr>
          <a:xfrm>
            <a:off x="9727692" y="5888736"/>
            <a:ext cx="2660904" cy="8046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Schema for the response</a:t>
            </a:r>
          </a:p>
        </p:txBody>
      </p:sp>
      <p:cxnSp>
        <p:nvCxnSpPr>
          <p:cNvPr id="9" name="Straight Arrow Connector 8">
            <a:extLst>
              <a:ext uri="{FF2B5EF4-FFF2-40B4-BE49-F238E27FC236}">
                <a16:creationId xmlns:a16="http://schemas.microsoft.com/office/drawing/2014/main" id="{69C47BA1-C9E3-9900-2565-78BC6854062E}"/>
              </a:ext>
            </a:extLst>
          </p:cNvPr>
          <p:cNvCxnSpPr>
            <a:cxnSpLocks/>
          </p:cNvCxnSpPr>
          <p:nvPr/>
        </p:nvCxnSpPr>
        <p:spPr>
          <a:xfrm flipV="1">
            <a:off x="2386584" y="493776"/>
            <a:ext cx="4864608" cy="22311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B7D980E9-84EB-40E0-BE03-299EB3110E5F}"/>
              </a:ext>
            </a:extLst>
          </p:cNvPr>
          <p:cNvSpPr/>
          <p:nvPr/>
        </p:nvSpPr>
        <p:spPr>
          <a:xfrm>
            <a:off x="10396728" y="694944"/>
            <a:ext cx="1664208" cy="12984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All the fields will be listed under required fields</a:t>
            </a:r>
          </a:p>
        </p:txBody>
      </p:sp>
      <p:sp>
        <p:nvSpPr>
          <p:cNvPr id="12" name="Rectangle 11">
            <a:extLst>
              <a:ext uri="{FF2B5EF4-FFF2-40B4-BE49-F238E27FC236}">
                <a16:creationId xmlns:a16="http://schemas.microsoft.com/office/drawing/2014/main" id="{63AE551F-9F09-AFA3-828E-34149CD749EA}"/>
              </a:ext>
            </a:extLst>
          </p:cNvPr>
          <p:cNvSpPr/>
          <p:nvPr/>
        </p:nvSpPr>
        <p:spPr>
          <a:xfrm>
            <a:off x="8851392" y="393192"/>
            <a:ext cx="1545336" cy="4023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Ensure it is </a:t>
            </a:r>
            <a:r>
              <a:rPr lang="en-US" dirty="0" err="1"/>
              <a:t>json</a:t>
            </a:r>
            <a:r>
              <a:rPr lang="en-US" dirty="0"/>
              <a:t> object</a:t>
            </a:r>
          </a:p>
        </p:txBody>
      </p:sp>
      <p:sp>
        <p:nvSpPr>
          <p:cNvPr id="13" name="Rectangle 12">
            <a:extLst>
              <a:ext uri="{FF2B5EF4-FFF2-40B4-BE49-F238E27FC236}">
                <a16:creationId xmlns:a16="http://schemas.microsoft.com/office/drawing/2014/main" id="{78108102-F640-FA06-FA39-9C4F7A98CF12}"/>
              </a:ext>
            </a:extLst>
          </p:cNvPr>
          <p:cNvSpPr/>
          <p:nvPr/>
        </p:nvSpPr>
        <p:spPr>
          <a:xfrm>
            <a:off x="10049256" y="2139696"/>
            <a:ext cx="2075688" cy="14996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Properties la </a:t>
            </a:r>
            <a:r>
              <a:rPr lang="en-US" dirty="0" err="1"/>
              <a:t>enna</a:t>
            </a:r>
            <a:r>
              <a:rPr lang="en-US" dirty="0"/>
              <a:t> item </a:t>
            </a:r>
            <a:r>
              <a:rPr lang="en-US" dirty="0" err="1"/>
              <a:t>enna</a:t>
            </a:r>
            <a:r>
              <a:rPr lang="en-US" dirty="0"/>
              <a:t> data type la </a:t>
            </a:r>
            <a:r>
              <a:rPr lang="en-US" dirty="0" err="1"/>
              <a:t>varudhu</a:t>
            </a:r>
            <a:r>
              <a:rPr lang="en-US" dirty="0"/>
              <a:t> nu mention </a:t>
            </a:r>
            <a:r>
              <a:rPr lang="en-US" dirty="0" err="1"/>
              <a:t>pannanum</a:t>
            </a:r>
            <a:endParaRPr lang="en-US" dirty="0"/>
          </a:p>
        </p:txBody>
      </p:sp>
    </p:spTree>
    <p:extLst>
      <p:ext uri="{BB962C8B-B14F-4D97-AF65-F5344CB8AC3E}">
        <p14:creationId xmlns:p14="http://schemas.microsoft.com/office/powerpoint/2010/main" val="9150045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10AF78-F1BF-BA6B-CF09-B35AD9A4785E}"/>
              </a:ext>
            </a:extLst>
          </p:cNvPr>
          <p:cNvSpPr/>
          <p:nvPr/>
        </p:nvSpPr>
        <p:spPr>
          <a:xfrm>
            <a:off x="100584" y="146304"/>
            <a:ext cx="6245352" cy="61904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a:t>
            </a:r>
          </a:p>
          <a:p>
            <a:r>
              <a:rPr lang="en-US" dirty="0"/>
              <a:t>  "</a:t>
            </a:r>
            <a:r>
              <a:rPr lang="en-US" dirty="0" err="1"/>
              <a:t>bookingid</a:t>
            </a:r>
            <a:r>
              <a:rPr lang="en-US" dirty="0"/>
              <a:t>": 2850,</a:t>
            </a:r>
          </a:p>
          <a:p>
            <a:r>
              <a:rPr lang="en-US" dirty="0"/>
              <a:t>"booking":</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t>
            </a:r>
          </a:p>
          <a:p>
            <a:pPr algn="ctr"/>
            <a:endParaRPr lang="en-US" dirty="0"/>
          </a:p>
        </p:txBody>
      </p:sp>
      <p:sp>
        <p:nvSpPr>
          <p:cNvPr id="5" name="Rectangle 4">
            <a:extLst>
              <a:ext uri="{FF2B5EF4-FFF2-40B4-BE49-F238E27FC236}">
                <a16:creationId xmlns:a16="http://schemas.microsoft.com/office/drawing/2014/main" id="{C7A0C30C-2BA3-4761-AC2C-DA6C5E1B0F70}"/>
              </a:ext>
            </a:extLst>
          </p:cNvPr>
          <p:cNvSpPr/>
          <p:nvPr/>
        </p:nvSpPr>
        <p:spPr>
          <a:xfrm>
            <a:off x="246888" y="1554480"/>
            <a:ext cx="5111496" cy="3264408"/>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r>
              <a:rPr lang="en-US" dirty="0"/>
              <a:t>  {</a:t>
            </a:r>
          </a:p>
          <a:p>
            <a:r>
              <a:rPr lang="en-US" dirty="0"/>
              <a:t>    "</a:t>
            </a:r>
            <a:r>
              <a:rPr lang="en-US" dirty="0" err="1"/>
              <a:t>firstname</a:t>
            </a:r>
            <a:r>
              <a:rPr lang="en-US" dirty="0"/>
              <a:t>": "Harish",</a:t>
            </a:r>
          </a:p>
          <a:p>
            <a:r>
              <a:rPr lang="en-US" dirty="0"/>
              <a:t>    "</a:t>
            </a:r>
            <a:r>
              <a:rPr lang="en-US" dirty="0" err="1"/>
              <a:t>lastname</a:t>
            </a:r>
            <a:r>
              <a:rPr lang="en-US" dirty="0"/>
              <a:t>": "Baskar",</a:t>
            </a:r>
          </a:p>
          <a:p>
            <a:r>
              <a:rPr lang="en-US" dirty="0"/>
              <a:t>    "</a:t>
            </a:r>
            <a:r>
              <a:rPr lang="en-US" dirty="0" err="1"/>
              <a:t>totalprice</a:t>
            </a:r>
            <a:r>
              <a:rPr lang="en-US" dirty="0"/>
              <a:t>": 1500,</a:t>
            </a:r>
          </a:p>
          <a:p>
            <a:r>
              <a:rPr lang="en-US" dirty="0"/>
              <a:t>    "</a:t>
            </a:r>
            <a:r>
              <a:rPr lang="en-US" dirty="0" err="1"/>
              <a:t>depositpaid</a:t>
            </a:r>
            <a:r>
              <a:rPr lang="en-US" dirty="0"/>
              <a:t>": true,</a:t>
            </a:r>
          </a:p>
          <a:p>
            <a:r>
              <a:rPr lang="en-US" dirty="0"/>
              <a:t>    "</a:t>
            </a:r>
            <a:r>
              <a:rPr lang="en-US" dirty="0" err="1"/>
              <a:t>bookingdates</a:t>
            </a:r>
            <a:r>
              <a:rPr lang="en-US" dirty="0"/>
              <a:t>": {</a:t>
            </a:r>
          </a:p>
          <a:p>
            <a:r>
              <a:rPr lang="en-US" dirty="0"/>
              <a:t>      "</a:t>
            </a:r>
            <a:r>
              <a:rPr lang="en-US" dirty="0" err="1"/>
              <a:t>checkin</a:t>
            </a:r>
            <a:r>
              <a:rPr lang="en-US" dirty="0"/>
              <a:t>": "2026-11-01",</a:t>
            </a:r>
          </a:p>
          <a:p>
            <a:r>
              <a:rPr lang="en-US" dirty="0"/>
              <a:t>      "checkout": "2026-11-05"</a:t>
            </a:r>
          </a:p>
          <a:p>
            <a:r>
              <a:rPr lang="en-US" dirty="0"/>
              <a:t>    },</a:t>
            </a:r>
          </a:p>
          <a:p>
            <a:r>
              <a:rPr lang="en-US" dirty="0"/>
              <a:t>    "</a:t>
            </a:r>
            <a:r>
              <a:rPr lang="en-US" dirty="0" err="1"/>
              <a:t>additionalneeds</a:t>
            </a:r>
            <a:r>
              <a:rPr lang="en-US" dirty="0"/>
              <a:t>": "Breakfast"</a:t>
            </a:r>
          </a:p>
          <a:p>
            <a:r>
              <a:rPr lang="en-US" dirty="0"/>
              <a:t>  }</a:t>
            </a:r>
          </a:p>
        </p:txBody>
      </p:sp>
      <p:sp>
        <p:nvSpPr>
          <p:cNvPr id="6" name="Oval 5">
            <a:extLst>
              <a:ext uri="{FF2B5EF4-FFF2-40B4-BE49-F238E27FC236}">
                <a16:creationId xmlns:a16="http://schemas.microsoft.com/office/drawing/2014/main" id="{9ACBDC87-7236-A58B-F69E-D492683CAF1F}"/>
              </a:ext>
            </a:extLst>
          </p:cNvPr>
          <p:cNvSpPr/>
          <p:nvPr/>
        </p:nvSpPr>
        <p:spPr>
          <a:xfrm>
            <a:off x="3447288" y="1801368"/>
            <a:ext cx="1847088" cy="17830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Idhula</a:t>
            </a:r>
            <a:r>
              <a:rPr lang="en-US" dirty="0"/>
              <a:t> previous page la </a:t>
            </a:r>
            <a:r>
              <a:rPr lang="en-US" dirty="0" err="1"/>
              <a:t>namma</a:t>
            </a:r>
            <a:r>
              <a:rPr lang="en-US" dirty="0"/>
              <a:t> schema </a:t>
            </a:r>
            <a:r>
              <a:rPr lang="en-US" dirty="0" err="1"/>
              <a:t>ezhuditom</a:t>
            </a:r>
            <a:endParaRPr lang="en-US" dirty="0"/>
          </a:p>
        </p:txBody>
      </p:sp>
      <p:sp>
        <p:nvSpPr>
          <p:cNvPr id="7" name="Oval 6">
            <a:extLst>
              <a:ext uri="{FF2B5EF4-FFF2-40B4-BE49-F238E27FC236}">
                <a16:creationId xmlns:a16="http://schemas.microsoft.com/office/drawing/2014/main" id="{8C807715-1AB5-2B48-4B27-352B85601C12}"/>
              </a:ext>
            </a:extLst>
          </p:cNvPr>
          <p:cNvSpPr/>
          <p:nvPr/>
        </p:nvSpPr>
        <p:spPr>
          <a:xfrm>
            <a:off x="1883664" y="301752"/>
            <a:ext cx="2450592" cy="59436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Idhu</a:t>
            </a:r>
            <a:r>
              <a:rPr lang="en-US" dirty="0"/>
              <a:t> dan moth response</a:t>
            </a:r>
          </a:p>
        </p:txBody>
      </p:sp>
      <p:sp>
        <p:nvSpPr>
          <p:cNvPr id="8" name="Rectangle 7">
            <a:extLst>
              <a:ext uri="{FF2B5EF4-FFF2-40B4-BE49-F238E27FC236}">
                <a16:creationId xmlns:a16="http://schemas.microsoft.com/office/drawing/2014/main" id="{F941AEFC-E0C4-611B-304E-40577804A3FE}"/>
              </a:ext>
            </a:extLst>
          </p:cNvPr>
          <p:cNvSpPr/>
          <p:nvPr/>
        </p:nvSpPr>
        <p:spPr>
          <a:xfrm>
            <a:off x="6592824" y="146304"/>
            <a:ext cx="5093208" cy="61904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br>
              <a:rPr lang="en-US" dirty="0"/>
            </a:br>
            <a:endParaRPr lang="en-US" dirty="0"/>
          </a:p>
          <a:p>
            <a:endParaRPr lang="en-US" dirty="0"/>
          </a:p>
          <a:p>
            <a:endParaRPr lang="en-US" dirty="0"/>
          </a:p>
          <a:p>
            <a:endParaRPr lang="en-US" dirty="0"/>
          </a:p>
          <a:p>
            <a:r>
              <a:rPr lang="en-US" dirty="0"/>
              <a:t>{</a:t>
            </a:r>
          </a:p>
          <a:p>
            <a:r>
              <a:rPr lang="en-US" dirty="0"/>
              <a:t>  "$schema": "http://json-schema.org/draft-07/schema#",</a:t>
            </a:r>
          </a:p>
          <a:p>
            <a:r>
              <a:rPr lang="en-US" dirty="0"/>
              <a:t>  "type": "object",</a:t>
            </a:r>
          </a:p>
          <a:p>
            <a:r>
              <a:rPr lang="en-US" dirty="0"/>
              <a:t>  "required": ["</a:t>
            </a:r>
            <a:r>
              <a:rPr lang="en-US" dirty="0" err="1"/>
              <a:t>bookingid</a:t>
            </a:r>
            <a:r>
              <a:rPr lang="en-US" dirty="0"/>
              <a:t>", "booking"],</a:t>
            </a:r>
          </a:p>
          <a:p>
            <a:r>
              <a:rPr lang="en-US" dirty="0"/>
              <a:t>  "properties": {</a:t>
            </a:r>
          </a:p>
          <a:p>
            <a:r>
              <a:rPr lang="en-US" dirty="0"/>
              <a:t>    "</a:t>
            </a:r>
            <a:r>
              <a:rPr lang="en-US" dirty="0" err="1"/>
              <a:t>bookingid</a:t>
            </a:r>
            <a:r>
              <a:rPr lang="en-US" dirty="0"/>
              <a:t>": {</a:t>
            </a:r>
          </a:p>
          <a:p>
            <a:r>
              <a:rPr lang="en-US" dirty="0"/>
              <a:t>      "type": "integer"</a:t>
            </a:r>
          </a:p>
          <a:p>
            <a:r>
              <a:rPr lang="en-US" dirty="0"/>
              <a:t>    },</a:t>
            </a:r>
          </a:p>
          <a:p>
            <a:r>
              <a:rPr lang="en-US" dirty="0"/>
              <a:t>    "booking": {</a:t>
            </a:r>
          </a:p>
          <a:p>
            <a:r>
              <a:rPr lang="en-US" dirty="0"/>
              <a:t>      "$ref": "</a:t>
            </a:r>
            <a:r>
              <a:rPr lang="en-US" dirty="0" err="1"/>
              <a:t>booking.schema.json</a:t>
            </a:r>
            <a:r>
              <a:rPr lang="en-US" dirty="0"/>
              <a:t>"</a:t>
            </a:r>
          </a:p>
          <a:p>
            <a:r>
              <a:rPr lang="en-US" dirty="0"/>
              <a:t>    }</a:t>
            </a:r>
          </a:p>
          <a:p>
            <a:r>
              <a:rPr lang="en-US" dirty="0"/>
              <a:t>  },</a:t>
            </a:r>
          </a:p>
          <a:p>
            <a:r>
              <a:rPr lang="en-US" dirty="0"/>
              <a:t>  "</a:t>
            </a:r>
            <a:r>
              <a:rPr lang="en-US" dirty="0" err="1"/>
              <a:t>additionalProperties</a:t>
            </a:r>
            <a:r>
              <a:rPr lang="en-US" dirty="0"/>
              <a:t>": false</a:t>
            </a:r>
          </a:p>
          <a:p>
            <a:r>
              <a:rPr lang="en-US" dirty="0"/>
              <a:t>}</a:t>
            </a:r>
          </a:p>
          <a:p>
            <a:br>
              <a:rPr lang="en-US" dirty="0"/>
            </a:br>
            <a:endParaRPr lang="en-US" dirty="0"/>
          </a:p>
          <a:p>
            <a:pPr algn="ctr"/>
            <a:endParaRPr lang="en-US" dirty="0"/>
          </a:p>
        </p:txBody>
      </p:sp>
      <p:sp>
        <p:nvSpPr>
          <p:cNvPr id="9" name="Oval 8">
            <a:extLst>
              <a:ext uri="{FF2B5EF4-FFF2-40B4-BE49-F238E27FC236}">
                <a16:creationId xmlns:a16="http://schemas.microsoft.com/office/drawing/2014/main" id="{BEF31B78-7B38-714A-8C81-6D1895AF501F}"/>
              </a:ext>
            </a:extLst>
          </p:cNvPr>
          <p:cNvSpPr/>
          <p:nvPr/>
        </p:nvSpPr>
        <p:spPr>
          <a:xfrm>
            <a:off x="7909560" y="301752"/>
            <a:ext cx="3236976" cy="125272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Remaining item </a:t>
            </a:r>
            <a:r>
              <a:rPr lang="en-US" dirty="0" err="1"/>
              <a:t>mattum</a:t>
            </a:r>
            <a:r>
              <a:rPr lang="en-US" dirty="0"/>
              <a:t> </a:t>
            </a:r>
            <a:r>
              <a:rPr lang="en-US" dirty="0" err="1"/>
              <a:t>ippa</a:t>
            </a:r>
            <a:r>
              <a:rPr lang="en-US" dirty="0"/>
              <a:t> schema </a:t>
            </a:r>
            <a:r>
              <a:rPr lang="en-US" dirty="0" err="1"/>
              <a:t>ezhuda</a:t>
            </a:r>
            <a:r>
              <a:rPr lang="en-US" dirty="0"/>
              <a:t> </a:t>
            </a:r>
            <a:r>
              <a:rPr lang="en-US" dirty="0" err="1"/>
              <a:t>porom</a:t>
            </a:r>
            <a:endParaRPr lang="en-US" dirty="0"/>
          </a:p>
        </p:txBody>
      </p:sp>
      <p:cxnSp>
        <p:nvCxnSpPr>
          <p:cNvPr id="13" name="Straight Arrow Connector 12">
            <a:extLst>
              <a:ext uri="{FF2B5EF4-FFF2-40B4-BE49-F238E27FC236}">
                <a16:creationId xmlns:a16="http://schemas.microsoft.com/office/drawing/2014/main" id="{E64D69E7-1236-0551-2BB5-6BD55391B6C9}"/>
              </a:ext>
            </a:extLst>
          </p:cNvPr>
          <p:cNvCxnSpPr/>
          <p:nvPr/>
        </p:nvCxnSpPr>
        <p:spPr>
          <a:xfrm>
            <a:off x="365760" y="1078992"/>
            <a:ext cx="6501384" cy="12435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29AA5E15-2CA9-FE95-9C25-DF90DDCED3DB}"/>
              </a:ext>
            </a:extLst>
          </p:cNvPr>
          <p:cNvSpPr/>
          <p:nvPr/>
        </p:nvSpPr>
        <p:spPr>
          <a:xfrm>
            <a:off x="8878824" y="5111496"/>
            <a:ext cx="4105656" cy="196596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Extra field </a:t>
            </a:r>
            <a:r>
              <a:rPr lang="en-US" dirty="0" err="1"/>
              <a:t>vandha</a:t>
            </a:r>
            <a:r>
              <a:rPr lang="en-US" dirty="0"/>
              <a:t> validation la fail </a:t>
            </a:r>
            <a:r>
              <a:rPr lang="en-US" dirty="0" err="1"/>
              <a:t>pannu</a:t>
            </a:r>
            <a:r>
              <a:rPr lang="en-US" dirty="0"/>
              <a:t> </a:t>
            </a:r>
            <a:r>
              <a:rPr lang="en-US" dirty="0" err="1"/>
              <a:t>solla</a:t>
            </a:r>
            <a:r>
              <a:rPr lang="en-US" dirty="0"/>
              <a:t> dan additional properties la false </a:t>
            </a:r>
            <a:r>
              <a:rPr lang="en-US" dirty="0" err="1"/>
              <a:t>kuduthirukom</a:t>
            </a:r>
            <a:endParaRPr lang="en-US" dirty="0"/>
          </a:p>
        </p:txBody>
      </p:sp>
    </p:spTree>
    <p:extLst>
      <p:ext uri="{BB962C8B-B14F-4D97-AF65-F5344CB8AC3E}">
        <p14:creationId xmlns:p14="http://schemas.microsoft.com/office/powerpoint/2010/main" val="23224096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37EBDD-DEB5-B56E-FA6F-933D9B8CB20F}"/>
              </a:ext>
            </a:extLst>
          </p:cNvPr>
          <p:cNvSpPr/>
          <p:nvPr/>
        </p:nvSpPr>
        <p:spPr>
          <a:xfrm>
            <a:off x="365760" y="320040"/>
            <a:ext cx="6821424" cy="6400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br>
              <a:rPr lang="en-US" dirty="0"/>
            </a:br>
            <a:endParaRPr lang="en-US" dirty="0"/>
          </a:p>
          <a:p>
            <a:r>
              <a:rPr lang="en-US" dirty="0"/>
              <a:t>import </a:t>
            </a:r>
            <a:r>
              <a:rPr lang="en-US" dirty="0" err="1"/>
              <a:t>Ajv</a:t>
            </a:r>
            <a:r>
              <a:rPr lang="en-US" dirty="0"/>
              <a:t> from '</a:t>
            </a:r>
            <a:r>
              <a:rPr lang="en-US" dirty="0" err="1"/>
              <a:t>ajv</a:t>
            </a:r>
            <a:r>
              <a:rPr lang="en-US" dirty="0"/>
              <a:t>';</a:t>
            </a:r>
          </a:p>
          <a:p>
            <a:r>
              <a:rPr lang="en-US" dirty="0"/>
              <a:t>import </a:t>
            </a:r>
            <a:r>
              <a:rPr lang="en-US" dirty="0" err="1"/>
              <a:t>bookingSchema</a:t>
            </a:r>
            <a:r>
              <a:rPr lang="en-US" dirty="0"/>
              <a:t> from '../</a:t>
            </a:r>
            <a:r>
              <a:rPr lang="en-US" dirty="0" err="1"/>
              <a:t>api</a:t>
            </a:r>
            <a:r>
              <a:rPr lang="en-US" dirty="0"/>
              <a:t>/schema/</a:t>
            </a:r>
            <a:r>
              <a:rPr lang="en-US" dirty="0" err="1"/>
              <a:t>booking.schema.json</a:t>
            </a:r>
            <a:r>
              <a:rPr lang="en-US" dirty="0"/>
              <a:t>'</a:t>
            </a:r>
          </a:p>
          <a:p>
            <a:r>
              <a:rPr lang="en-US" dirty="0"/>
              <a:t>    with { type: '</a:t>
            </a:r>
            <a:r>
              <a:rPr lang="en-US" dirty="0" err="1"/>
              <a:t>json</a:t>
            </a:r>
            <a:r>
              <a:rPr lang="en-US" dirty="0"/>
              <a:t>’ };</a:t>
            </a:r>
          </a:p>
          <a:p>
            <a:endParaRPr lang="en-US" dirty="0"/>
          </a:p>
          <a:p>
            <a:r>
              <a:rPr lang="en-US" dirty="0"/>
              <a:t>const </a:t>
            </a:r>
            <a:r>
              <a:rPr lang="en-US" dirty="0" err="1"/>
              <a:t>ajv</a:t>
            </a:r>
            <a:r>
              <a:rPr lang="en-US" dirty="0"/>
              <a:t> = new </a:t>
            </a:r>
            <a:r>
              <a:rPr lang="en-US" dirty="0" err="1"/>
              <a:t>Ajv</a:t>
            </a:r>
            <a:r>
              <a:rPr lang="en-US" dirty="0"/>
              <a:t>({</a:t>
            </a:r>
          </a:p>
          <a:p>
            <a:r>
              <a:rPr lang="en-US" dirty="0"/>
              <a:t>    </a:t>
            </a:r>
            <a:r>
              <a:rPr lang="en-US" dirty="0" err="1"/>
              <a:t>allErrors</a:t>
            </a:r>
            <a:r>
              <a:rPr lang="en-US" dirty="0"/>
              <a:t>: true</a:t>
            </a:r>
          </a:p>
          <a:p>
            <a:r>
              <a:rPr lang="en-US" dirty="0"/>
              <a:t>});</a:t>
            </a:r>
          </a:p>
          <a:p>
            <a:endParaRPr lang="en-US" dirty="0"/>
          </a:p>
          <a:p>
            <a:r>
              <a:rPr lang="en-US" dirty="0" err="1"/>
              <a:t>ajv.addSchema</a:t>
            </a:r>
            <a:r>
              <a:rPr lang="en-US" dirty="0"/>
              <a:t>(</a:t>
            </a:r>
            <a:r>
              <a:rPr lang="en-US" dirty="0" err="1"/>
              <a:t>bookingSchema</a:t>
            </a:r>
            <a:r>
              <a:rPr lang="en-US" dirty="0"/>
              <a:t>, '</a:t>
            </a:r>
            <a:r>
              <a:rPr lang="en-US" dirty="0" err="1"/>
              <a:t>booking.schema.json</a:t>
            </a:r>
            <a:r>
              <a:rPr lang="en-US" dirty="0"/>
              <a:t>');</a:t>
            </a:r>
          </a:p>
          <a:p>
            <a:r>
              <a:rPr lang="en-US" dirty="0"/>
              <a:t>export function </a:t>
            </a:r>
            <a:r>
              <a:rPr lang="en-US" dirty="0" err="1"/>
              <a:t>validateSchema</a:t>
            </a:r>
            <a:r>
              <a:rPr lang="en-US" dirty="0"/>
              <a:t>(</a:t>
            </a:r>
            <a:r>
              <a:rPr lang="en-US" dirty="0" err="1"/>
              <a:t>responseBody</a:t>
            </a:r>
            <a:r>
              <a:rPr lang="en-US" dirty="0"/>
              <a:t>, schema) {</a:t>
            </a:r>
          </a:p>
          <a:p>
            <a:r>
              <a:rPr lang="en-US" dirty="0"/>
              <a:t>    const validate = </a:t>
            </a:r>
            <a:r>
              <a:rPr lang="en-US" dirty="0" err="1"/>
              <a:t>ajv.compile</a:t>
            </a:r>
            <a:r>
              <a:rPr lang="en-US" dirty="0"/>
              <a:t>(schema);</a:t>
            </a:r>
          </a:p>
          <a:p>
            <a:r>
              <a:rPr lang="en-US" dirty="0"/>
              <a:t>    const </a:t>
            </a:r>
            <a:r>
              <a:rPr lang="en-US" dirty="0" err="1"/>
              <a:t>isValid</a:t>
            </a:r>
            <a:r>
              <a:rPr lang="en-US" dirty="0"/>
              <a:t> = validate(</a:t>
            </a:r>
            <a:r>
              <a:rPr lang="en-US" dirty="0" err="1"/>
              <a:t>responseBody</a:t>
            </a:r>
            <a:r>
              <a:rPr lang="en-US" dirty="0"/>
              <a:t>);</a:t>
            </a:r>
          </a:p>
          <a:p>
            <a:br>
              <a:rPr lang="en-US" dirty="0"/>
            </a:br>
            <a:r>
              <a:rPr lang="en-US" dirty="0"/>
              <a:t>if (!</a:t>
            </a:r>
            <a:r>
              <a:rPr lang="en-US" dirty="0" err="1"/>
              <a:t>isValid</a:t>
            </a:r>
            <a:r>
              <a:rPr lang="en-US" dirty="0"/>
              <a:t>) {</a:t>
            </a:r>
          </a:p>
          <a:p>
            <a:r>
              <a:rPr lang="en-US" dirty="0"/>
              <a:t>        throw new Error(</a:t>
            </a:r>
          </a:p>
          <a:p>
            <a:r>
              <a:rPr lang="en-US" dirty="0"/>
              <a:t>            `Schema validation failed: ${</a:t>
            </a:r>
          </a:p>
          <a:p>
            <a:r>
              <a:rPr lang="en-US" dirty="0"/>
              <a:t>                </a:t>
            </a:r>
            <a:r>
              <a:rPr lang="en-US" dirty="0" err="1"/>
              <a:t>ajv.errorsText</a:t>
            </a:r>
            <a:r>
              <a:rPr lang="en-US" dirty="0"/>
              <a:t>(</a:t>
            </a:r>
            <a:r>
              <a:rPr lang="en-US" dirty="0" err="1"/>
              <a:t>validate.errors</a:t>
            </a:r>
            <a:r>
              <a:rPr lang="en-US" dirty="0"/>
              <a:t>)</a:t>
            </a:r>
          </a:p>
          <a:p>
            <a:r>
              <a:rPr lang="en-US" dirty="0"/>
              <a:t>            }`</a:t>
            </a:r>
          </a:p>
          <a:p>
            <a:r>
              <a:rPr lang="en-US" dirty="0"/>
              <a:t>        );</a:t>
            </a:r>
          </a:p>
          <a:p>
            <a:r>
              <a:rPr lang="en-US" dirty="0"/>
              <a:t>    }</a:t>
            </a:r>
          </a:p>
          <a:p>
            <a:r>
              <a:rPr lang="en-US" dirty="0"/>
              <a:t>    return true;</a:t>
            </a:r>
          </a:p>
          <a:p>
            <a:r>
              <a:rPr lang="en-US" dirty="0"/>
              <a:t>}</a:t>
            </a:r>
          </a:p>
          <a:p>
            <a:br>
              <a:rPr lang="en-US" dirty="0"/>
            </a:br>
            <a:endParaRPr lang="en-US" dirty="0"/>
          </a:p>
          <a:p>
            <a:pPr algn="ctr"/>
            <a:endParaRPr lang="en-US" dirty="0"/>
          </a:p>
        </p:txBody>
      </p:sp>
      <p:sp>
        <p:nvSpPr>
          <p:cNvPr id="3" name="Oval 2">
            <a:extLst>
              <a:ext uri="{FF2B5EF4-FFF2-40B4-BE49-F238E27FC236}">
                <a16:creationId xmlns:a16="http://schemas.microsoft.com/office/drawing/2014/main" id="{029FEF3F-73F7-F3B8-BD16-96AB314E3FF0}"/>
              </a:ext>
            </a:extLst>
          </p:cNvPr>
          <p:cNvSpPr/>
          <p:nvPr/>
        </p:nvSpPr>
        <p:spPr>
          <a:xfrm>
            <a:off x="4325112" y="4151376"/>
            <a:ext cx="2752344" cy="242316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Actual Schema validator</a:t>
            </a:r>
            <a:br>
              <a:rPr lang="en-US" dirty="0"/>
            </a:br>
            <a:r>
              <a:rPr lang="en-US" dirty="0" err="1"/>
              <a:t>namma</a:t>
            </a:r>
            <a:r>
              <a:rPr lang="en-US" dirty="0"/>
              <a:t> </a:t>
            </a:r>
            <a:r>
              <a:rPr lang="en-US" dirty="0" err="1"/>
              <a:t>ezhudina</a:t>
            </a:r>
            <a:r>
              <a:rPr lang="en-US" dirty="0"/>
              <a:t> schema </a:t>
            </a:r>
            <a:r>
              <a:rPr lang="en-US" dirty="0" err="1"/>
              <a:t>idhu</a:t>
            </a:r>
            <a:r>
              <a:rPr lang="en-US" dirty="0"/>
              <a:t> </a:t>
            </a:r>
            <a:r>
              <a:rPr lang="en-US" dirty="0" err="1"/>
              <a:t>mooliyuma</a:t>
            </a:r>
            <a:r>
              <a:rPr lang="en-US" dirty="0"/>
              <a:t> dan validate panna </a:t>
            </a:r>
            <a:r>
              <a:rPr lang="en-US" dirty="0" err="1"/>
              <a:t>porom</a:t>
            </a:r>
            <a:endParaRPr lang="en-US" dirty="0"/>
          </a:p>
        </p:txBody>
      </p:sp>
      <p:sp>
        <p:nvSpPr>
          <p:cNvPr id="4" name="Rectangle 3">
            <a:extLst>
              <a:ext uri="{FF2B5EF4-FFF2-40B4-BE49-F238E27FC236}">
                <a16:creationId xmlns:a16="http://schemas.microsoft.com/office/drawing/2014/main" id="{166DE15C-C79A-C691-3170-4E4BDB8F91E1}"/>
              </a:ext>
            </a:extLst>
          </p:cNvPr>
          <p:cNvSpPr/>
          <p:nvPr/>
        </p:nvSpPr>
        <p:spPr>
          <a:xfrm>
            <a:off x="7507224" y="320040"/>
            <a:ext cx="4581144" cy="6400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ajv</a:t>
            </a:r>
            <a:r>
              <a:rPr lang="en-US" dirty="0"/>
              <a:t> </a:t>
            </a:r>
            <a:r>
              <a:rPr lang="en-US" dirty="0" err="1"/>
              <a:t>namma</a:t>
            </a:r>
            <a:r>
              <a:rPr lang="en-US" dirty="0"/>
              <a:t> install panna JSON Schema validation library.</a:t>
            </a:r>
          </a:p>
          <a:p>
            <a:pPr algn="ctr"/>
            <a:endParaRPr lang="en-US" dirty="0"/>
          </a:p>
          <a:p>
            <a:pPr lvl="0"/>
            <a:r>
              <a:rPr lang="en-US" dirty="0" err="1"/>
              <a:t>booking.schema.json</a:t>
            </a:r>
            <a:r>
              <a:rPr lang="en-US" dirty="0"/>
              <a:t> import </a:t>
            </a:r>
            <a:r>
              <a:rPr lang="en-US" dirty="0" err="1"/>
              <a:t>panrom</a:t>
            </a:r>
            <a:br>
              <a:rPr lang="en-US" dirty="0"/>
            </a:br>
            <a:r>
              <a:rPr lang="en-US" dirty="0" err="1"/>
              <a:t>json</a:t>
            </a:r>
            <a:r>
              <a:rPr lang="en-US" dirty="0"/>
              <a:t> </a:t>
            </a:r>
            <a:r>
              <a:rPr lang="en-US" dirty="0" err="1"/>
              <a:t>irukiradhala</a:t>
            </a:r>
            <a:r>
              <a:rPr lang="en-US" dirty="0"/>
              <a:t> with type </a:t>
            </a:r>
            <a:r>
              <a:rPr lang="en-US" dirty="0" err="1"/>
              <a:t>json</a:t>
            </a:r>
            <a:r>
              <a:rPr lang="en-US" dirty="0"/>
              <a:t> </a:t>
            </a:r>
            <a:r>
              <a:rPr lang="en-US" dirty="0" err="1"/>
              <a:t>oda</a:t>
            </a:r>
            <a:r>
              <a:rPr lang="en-US" dirty="0"/>
              <a:t> import </a:t>
            </a:r>
            <a:r>
              <a:rPr lang="en-US" dirty="0" err="1"/>
              <a:t>pandrom</a:t>
            </a:r>
            <a:endParaRPr lang="en-US" dirty="0"/>
          </a:p>
          <a:p>
            <a:r>
              <a:rPr lang="en-US" dirty="0" err="1"/>
              <a:t>Ajv</a:t>
            </a:r>
            <a:r>
              <a:rPr lang="en-US" dirty="0"/>
              <a:t> object validation fail </a:t>
            </a:r>
            <a:r>
              <a:rPr lang="en-US" dirty="0" err="1"/>
              <a:t>aana</a:t>
            </a:r>
            <a:r>
              <a:rPr lang="en-US" dirty="0"/>
              <a:t>, possible-</a:t>
            </a:r>
            <a:r>
              <a:rPr lang="en-US" dirty="0" err="1"/>
              <a:t>aana</a:t>
            </a:r>
            <a:r>
              <a:rPr lang="en-US" dirty="0"/>
              <a:t> </a:t>
            </a:r>
            <a:r>
              <a:rPr lang="en-US" dirty="0" err="1"/>
              <a:t>ella</a:t>
            </a:r>
            <a:r>
              <a:rPr lang="en-US" dirty="0"/>
              <a:t> schema errors-</a:t>
            </a:r>
            <a:r>
              <a:rPr lang="en-US" dirty="0" err="1"/>
              <a:t>aiyum</a:t>
            </a:r>
            <a:r>
              <a:rPr lang="en-US" dirty="0"/>
              <a:t> collect </a:t>
            </a:r>
            <a:r>
              <a:rPr lang="en-US" dirty="0" err="1"/>
              <a:t>pannum</a:t>
            </a:r>
            <a:r>
              <a:rPr lang="en-US" dirty="0"/>
              <a:t>.</a:t>
            </a:r>
            <a:br>
              <a:rPr lang="en-US" dirty="0"/>
            </a:br>
            <a:br>
              <a:rPr lang="en-US" dirty="0"/>
            </a:br>
            <a:r>
              <a:rPr lang="en-US" dirty="0" err="1"/>
              <a:t>ajv.addSchema</a:t>
            </a:r>
            <a:r>
              <a:rPr lang="en-US" dirty="0"/>
              <a:t>(</a:t>
            </a:r>
            <a:r>
              <a:rPr lang="en-US" dirty="0" err="1"/>
              <a:t>bookingSchema</a:t>
            </a:r>
            <a:r>
              <a:rPr lang="en-US" dirty="0"/>
              <a:t>, '</a:t>
            </a:r>
            <a:r>
              <a:rPr lang="en-US" dirty="0" err="1"/>
              <a:t>booking.schema.json</a:t>
            </a:r>
            <a:r>
              <a:rPr lang="en-US" dirty="0"/>
              <a:t>’);</a:t>
            </a:r>
          </a:p>
          <a:p>
            <a:pPr lvl="0"/>
            <a:r>
              <a:rPr lang="en-US" dirty="0"/>
              <a:t>Inner schema register </a:t>
            </a:r>
            <a:r>
              <a:rPr lang="en-US" dirty="0" err="1"/>
              <a:t>pandrom</a:t>
            </a:r>
            <a:br>
              <a:rPr lang="en-US" dirty="0"/>
            </a:br>
            <a:r>
              <a:rPr lang="en-US" dirty="0" err="1"/>
              <a:t>bookingSchema</a:t>
            </a:r>
            <a:r>
              <a:rPr lang="en-US" dirty="0"/>
              <a:t> → register panna </a:t>
            </a:r>
            <a:r>
              <a:rPr lang="en-US" dirty="0" err="1"/>
              <a:t>pora</a:t>
            </a:r>
            <a:r>
              <a:rPr lang="en-US" dirty="0"/>
              <a:t> schema object.</a:t>
            </a:r>
          </a:p>
          <a:p>
            <a:pPr lvl="0"/>
            <a:r>
              <a:rPr lang="en-US" dirty="0"/>
              <a:t>'</a:t>
            </a:r>
            <a:r>
              <a:rPr lang="en-US" dirty="0" err="1"/>
              <a:t>booking.schema.json</a:t>
            </a:r>
            <a:r>
              <a:rPr lang="en-US" dirty="0"/>
              <a:t>' → </a:t>
            </a:r>
            <a:r>
              <a:rPr lang="en-US" dirty="0" err="1"/>
              <a:t>andha</a:t>
            </a:r>
            <a:r>
              <a:rPr lang="en-US" dirty="0"/>
              <a:t> schema-</a:t>
            </a:r>
            <a:r>
              <a:rPr lang="en-US" dirty="0" err="1"/>
              <a:t>vukku</a:t>
            </a:r>
            <a:r>
              <a:rPr lang="en-US" dirty="0"/>
              <a:t> </a:t>
            </a:r>
            <a:r>
              <a:rPr lang="en-US" dirty="0" err="1"/>
              <a:t>kudukkura</a:t>
            </a:r>
            <a:r>
              <a:rPr lang="en-US" dirty="0"/>
              <a:t> ID/name. $ref-la </a:t>
            </a:r>
            <a:r>
              <a:rPr lang="en-US" dirty="0" err="1"/>
              <a:t>irukkura</a:t>
            </a:r>
            <a:r>
              <a:rPr lang="en-US" dirty="0"/>
              <a:t> name-</a:t>
            </a:r>
            <a:r>
              <a:rPr lang="en-US" dirty="0" err="1"/>
              <a:t>oda</a:t>
            </a:r>
            <a:r>
              <a:rPr lang="en-US" dirty="0"/>
              <a:t> match </a:t>
            </a:r>
            <a:r>
              <a:rPr lang="en-US" dirty="0" err="1"/>
              <a:t>aaganum</a:t>
            </a:r>
            <a:r>
              <a:rPr lang="en-US" dirty="0"/>
              <a:t>.</a:t>
            </a:r>
            <a:br>
              <a:rPr lang="en-US" dirty="0"/>
            </a:br>
            <a:br>
              <a:rPr lang="en-US" dirty="0"/>
            </a:br>
            <a:r>
              <a:rPr lang="en-US" dirty="0" err="1"/>
              <a:t>Apparam</a:t>
            </a:r>
            <a:r>
              <a:rPr lang="en-US" dirty="0"/>
              <a:t> we are creating a reusable method </a:t>
            </a:r>
            <a:r>
              <a:rPr lang="en-US" dirty="0" err="1"/>
              <a:t>validateschema</a:t>
            </a:r>
            <a:r>
              <a:rPr lang="en-US" dirty="0"/>
              <a:t> </a:t>
            </a:r>
            <a:r>
              <a:rPr lang="en-US" dirty="0" err="1"/>
              <a:t>adhula</a:t>
            </a:r>
            <a:r>
              <a:rPr lang="en-US" dirty="0"/>
              <a:t> </a:t>
            </a:r>
            <a:r>
              <a:rPr lang="en-US" dirty="0" err="1"/>
              <a:t>responsebody</a:t>
            </a:r>
            <a:r>
              <a:rPr lang="en-US" dirty="0"/>
              <a:t> and </a:t>
            </a:r>
            <a:r>
              <a:rPr lang="en-US" dirty="0" err="1"/>
              <a:t>endha</a:t>
            </a:r>
            <a:r>
              <a:rPr lang="en-US" dirty="0"/>
              <a:t> schema </a:t>
            </a:r>
            <a:r>
              <a:rPr lang="en-US" dirty="0" err="1"/>
              <a:t>vechi</a:t>
            </a:r>
            <a:r>
              <a:rPr lang="en-US" dirty="0"/>
              <a:t> validate panna </a:t>
            </a:r>
            <a:r>
              <a:rPr lang="en-US" dirty="0" err="1"/>
              <a:t>porom</a:t>
            </a:r>
            <a:r>
              <a:rPr lang="en-US" dirty="0"/>
              <a:t> nu pass </a:t>
            </a:r>
            <a:r>
              <a:rPr lang="en-US" dirty="0" err="1"/>
              <a:t>panniranum</a:t>
            </a:r>
            <a:br>
              <a:rPr lang="en-US" dirty="0"/>
            </a:br>
            <a:r>
              <a:rPr lang="en-US" dirty="0" err="1"/>
              <a:t>ajv.compile</a:t>
            </a:r>
            <a:r>
              <a:rPr lang="en-US" dirty="0"/>
              <a:t> (schema )pass panni compile panni validate </a:t>
            </a:r>
            <a:r>
              <a:rPr lang="en-US" dirty="0" err="1"/>
              <a:t>endha</a:t>
            </a:r>
            <a:r>
              <a:rPr lang="en-US" dirty="0"/>
              <a:t> response </a:t>
            </a:r>
            <a:r>
              <a:rPr lang="en-US" dirty="0" err="1"/>
              <a:t>vechi</a:t>
            </a:r>
            <a:r>
              <a:rPr lang="en-US" dirty="0"/>
              <a:t> </a:t>
            </a:r>
            <a:r>
              <a:rPr lang="en-US" dirty="0" err="1"/>
              <a:t>pannaum</a:t>
            </a:r>
            <a:r>
              <a:rPr lang="en-US" dirty="0"/>
              <a:t> nu </a:t>
            </a:r>
            <a:r>
              <a:rPr lang="en-US" dirty="0" err="1"/>
              <a:t>irukhum</a:t>
            </a:r>
            <a:endParaRPr lang="en-US" dirty="0"/>
          </a:p>
          <a:p>
            <a:pPr lvl="0"/>
            <a:endParaRPr lang="en-US" dirty="0"/>
          </a:p>
        </p:txBody>
      </p:sp>
      <p:cxnSp>
        <p:nvCxnSpPr>
          <p:cNvPr id="6" name="Straight Arrow Connector 5">
            <a:extLst>
              <a:ext uri="{FF2B5EF4-FFF2-40B4-BE49-F238E27FC236}">
                <a16:creationId xmlns:a16="http://schemas.microsoft.com/office/drawing/2014/main" id="{7067EF86-B766-E780-75E5-8E3761B87899}"/>
              </a:ext>
            </a:extLst>
          </p:cNvPr>
          <p:cNvCxnSpPr>
            <a:cxnSpLocks/>
          </p:cNvCxnSpPr>
          <p:nvPr/>
        </p:nvCxnSpPr>
        <p:spPr>
          <a:xfrm>
            <a:off x="2670048" y="539496"/>
            <a:ext cx="60533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2140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F0101C-013A-F0DC-223E-90693B8BC191}"/>
              </a:ext>
            </a:extLst>
          </p:cNvPr>
          <p:cNvSpPr/>
          <p:nvPr/>
        </p:nvSpPr>
        <p:spPr>
          <a:xfrm>
            <a:off x="164592" y="146304"/>
            <a:ext cx="10789920" cy="6629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br>
              <a:rPr lang="en-US" dirty="0"/>
            </a:br>
            <a:endParaRPr lang="en-US" dirty="0"/>
          </a:p>
          <a:p>
            <a:r>
              <a:rPr lang="en-US" dirty="0"/>
              <a:t>import { test, expect } from '../../</a:t>
            </a:r>
            <a:r>
              <a:rPr lang="en-US" dirty="0" err="1"/>
              <a:t>customfixture</a:t>
            </a:r>
            <a:r>
              <a:rPr lang="en-US" dirty="0"/>
              <a:t>/apiClient.js';</a:t>
            </a:r>
          </a:p>
          <a:p>
            <a:r>
              <a:rPr lang="en-US" dirty="0"/>
              <a:t>import { </a:t>
            </a:r>
            <a:r>
              <a:rPr lang="en-US" dirty="0" err="1"/>
              <a:t>authservice</a:t>
            </a:r>
            <a:r>
              <a:rPr lang="en-US" dirty="0"/>
              <a:t> } from '../../</a:t>
            </a:r>
            <a:r>
              <a:rPr lang="en-US" dirty="0" err="1"/>
              <a:t>api</a:t>
            </a:r>
            <a:r>
              <a:rPr lang="en-US" dirty="0"/>
              <a:t>/service/authService.js';</a:t>
            </a:r>
          </a:p>
          <a:p>
            <a:r>
              <a:rPr lang="en-US" dirty="0"/>
              <a:t>import { </a:t>
            </a:r>
            <a:r>
              <a:rPr lang="en-US" dirty="0" err="1"/>
              <a:t>BookingService</a:t>
            </a:r>
            <a:r>
              <a:rPr lang="en-US" dirty="0"/>
              <a:t> } from '../../</a:t>
            </a:r>
            <a:r>
              <a:rPr lang="en-US" dirty="0" err="1"/>
              <a:t>api</a:t>
            </a:r>
            <a:r>
              <a:rPr lang="en-US" dirty="0"/>
              <a:t>/service/bookingService.js';</a:t>
            </a:r>
          </a:p>
          <a:p>
            <a:br>
              <a:rPr lang="en-US" dirty="0"/>
            </a:br>
            <a:endParaRPr lang="en-US" dirty="0"/>
          </a:p>
          <a:p>
            <a:r>
              <a:rPr lang="en-US" dirty="0"/>
              <a:t>import { </a:t>
            </a:r>
            <a:r>
              <a:rPr lang="en-US" dirty="0" err="1"/>
              <a:t>validateSchema</a:t>
            </a:r>
            <a:r>
              <a:rPr lang="en-US" dirty="0"/>
              <a:t> } from '../../utility/schemaValidator.js';</a:t>
            </a:r>
          </a:p>
          <a:p>
            <a:r>
              <a:rPr lang="en-US" dirty="0"/>
              <a:t>import </a:t>
            </a:r>
            <a:r>
              <a:rPr lang="en-US" dirty="0" err="1"/>
              <a:t>Ajv</a:t>
            </a:r>
            <a:r>
              <a:rPr lang="en-US" dirty="0"/>
              <a:t> from '</a:t>
            </a:r>
            <a:r>
              <a:rPr lang="en-US" dirty="0" err="1"/>
              <a:t>ajv</a:t>
            </a:r>
            <a:r>
              <a:rPr lang="en-US" dirty="0"/>
              <a:t>';</a:t>
            </a:r>
          </a:p>
          <a:p>
            <a:br>
              <a:rPr lang="en-US" dirty="0"/>
            </a:br>
            <a:br>
              <a:rPr lang="en-US" dirty="0"/>
            </a:br>
            <a:endParaRPr lang="en-US" dirty="0"/>
          </a:p>
          <a:p>
            <a:r>
              <a:rPr lang="en-US" dirty="0"/>
              <a:t>import </a:t>
            </a:r>
            <a:r>
              <a:rPr lang="en-US" dirty="0" err="1"/>
              <a:t>bookingSchema</a:t>
            </a:r>
            <a:r>
              <a:rPr lang="en-US" dirty="0"/>
              <a:t> from '../../</a:t>
            </a:r>
            <a:r>
              <a:rPr lang="en-US" dirty="0" err="1"/>
              <a:t>api</a:t>
            </a:r>
            <a:r>
              <a:rPr lang="en-US" dirty="0"/>
              <a:t>/schema/</a:t>
            </a:r>
            <a:r>
              <a:rPr lang="en-US" dirty="0" err="1"/>
              <a:t>booking.schema.json</a:t>
            </a:r>
            <a:r>
              <a:rPr lang="en-US" dirty="0"/>
              <a:t>'</a:t>
            </a:r>
          </a:p>
          <a:p>
            <a:r>
              <a:rPr lang="en-US" dirty="0"/>
              <a:t>    with { type: '</a:t>
            </a:r>
            <a:r>
              <a:rPr lang="en-US" dirty="0" err="1"/>
              <a:t>json</a:t>
            </a:r>
            <a:r>
              <a:rPr lang="en-US" dirty="0"/>
              <a:t>' };</a:t>
            </a:r>
          </a:p>
          <a:p>
            <a:br>
              <a:rPr lang="en-US" dirty="0"/>
            </a:br>
            <a:endParaRPr lang="en-US" dirty="0"/>
          </a:p>
          <a:p>
            <a:r>
              <a:rPr lang="en-US" dirty="0"/>
              <a:t>import </a:t>
            </a:r>
            <a:r>
              <a:rPr lang="en-US" dirty="0" err="1"/>
              <a:t>createBookingSchema</a:t>
            </a:r>
            <a:r>
              <a:rPr lang="en-US" dirty="0"/>
              <a:t> from '../../</a:t>
            </a:r>
            <a:r>
              <a:rPr lang="en-US" dirty="0" err="1"/>
              <a:t>api</a:t>
            </a:r>
            <a:r>
              <a:rPr lang="en-US" dirty="0"/>
              <a:t>/schema/create-</a:t>
            </a:r>
            <a:r>
              <a:rPr lang="en-US" dirty="0" err="1"/>
              <a:t>booking.schema.json</a:t>
            </a:r>
            <a:r>
              <a:rPr lang="en-US" dirty="0"/>
              <a:t>'</a:t>
            </a:r>
          </a:p>
          <a:p>
            <a:r>
              <a:rPr lang="en-US" dirty="0"/>
              <a:t>    with { type: '</a:t>
            </a:r>
            <a:r>
              <a:rPr lang="en-US" dirty="0" err="1"/>
              <a:t>json</a:t>
            </a:r>
            <a:r>
              <a:rPr lang="en-US" dirty="0"/>
              <a:t>' };</a:t>
            </a:r>
          </a:p>
          <a:p>
            <a:r>
              <a:rPr lang="en-US" dirty="0"/>
              <a:t>    const </a:t>
            </a:r>
            <a:r>
              <a:rPr lang="en-US" dirty="0" err="1"/>
              <a:t>ajv</a:t>
            </a:r>
            <a:r>
              <a:rPr lang="en-US" dirty="0"/>
              <a:t> = new </a:t>
            </a:r>
            <a:r>
              <a:rPr lang="en-US" dirty="0" err="1"/>
              <a:t>Ajv</a:t>
            </a:r>
            <a:r>
              <a:rPr lang="en-US" dirty="0"/>
              <a:t>({ </a:t>
            </a:r>
            <a:r>
              <a:rPr lang="en-US" dirty="0" err="1"/>
              <a:t>allErrors</a:t>
            </a:r>
            <a:r>
              <a:rPr lang="en-US" dirty="0"/>
              <a:t>: true });</a:t>
            </a:r>
          </a:p>
          <a:p>
            <a:br>
              <a:rPr lang="en-US" dirty="0"/>
            </a:br>
            <a:endParaRPr lang="en-US" dirty="0"/>
          </a:p>
          <a:p>
            <a:r>
              <a:rPr lang="en-US" dirty="0" err="1"/>
              <a:t>ajv.addSchema</a:t>
            </a:r>
            <a:r>
              <a:rPr lang="en-US" dirty="0"/>
              <a:t>(</a:t>
            </a:r>
            <a:r>
              <a:rPr lang="en-US" dirty="0" err="1"/>
              <a:t>bookingSchema</a:t>
            </a:r>
            <a:r>
              <a:rPr lang="en-US" dirty="0"/>
              <a:t>, '</a:t>
            </a:r>
            <a:r>
              <a:rPr lang="en-US" dirty="0" err="1"/>
              <a:t>booking.schema.json</a:t>
            </a:r>
            <a:r>
              <a:rPr lang="en-US" dirty="0"/>
              <a:t>');</a:t>
            </a:r>
          </a:p>
          <a:p>
            <a:r>
              <a:rPr lang="en-US" dirty="0"/>
              <a:t>test('method sequential chaining', async ({ </a:t>
            </a:r>
            <a:r>
              <a:rPr lang="en-US" dirty="0" err="1"/>
              <a:t>apifix</a:t>
            </a:r>
            <a:r>
              <a:rPr lang="en-US" dirty="0"/>
              <a:t> }) =&gt; {</a:t>
            </a:r>
          </a:p>
          <a:p>
            <a:r>
              <a:rPr lang="en-US" dirty="0"/>
              <a:t>    const </a:t>
            </a:r>
            <a:r>
              <a:rPr lang="en-US" dirty="0" err="1"/>
              <a:t>authService</a:t>
            </a:r>
            <a:r>
              <a:rPr lang="en-US" dirty="0"/>
              <a:t> = new </a:t>
            </a:r>
            <a:r>
              <a:rPr lang="en-US" dirty="0" err="1"/>
              <a:t>authservice</a:t>
            </a:r>
            <a:r>
              <a:rPr lang="en-US" dirty="0"/>
              <a:t>(</a:t>
            </a:r>
            <a:r>
              <a:rPr lang="en-US" dirty="0" err="1"/>
              <a:t>apifix</a:t>
            </a:r>
            <a:r>
              <a:rPr lang="en-US" dirty="0"/>
              <a:t>);</a:t>
            </a:r>
          </a:p>
          <a:p>
            <a:r>
              <a:rPr lang="en-US" dirty="0"/>
              <a:t>    const </a:t>
            </a:r>
            <a:r>
              <a:rPr lang="en-US" dirty="0" err="1"/>
              <a:t>bookingService</a:t>
            </a:r>
            <a:r>
              <a:rPr lang="en-US" dirty="0"/>
              <a:t> = new </a:t>
            </a:r>
            <a:r>
              <a:rPr lang="en-US" dirty="0" err="1"/>
              <a:t>BookingService</a:t>
            </a:r>
            <a:r>
              <a:rPr lang="en-US" dirty="0"/>
              <a:t>(</a:t>
            </a:r>
            <a:r>
              <a:rPr lang="en-US" dirty="0" err="1"/>
              <a:t>apifix</a:t>
            </a:r>
            <a:r>
              <a:rPr lang="en-US" dirty="0"/>
              <a:t>);</a:t>
            </a:r>
          </a:p>
          <a:p>
            <a:br>
              <a:rPr lang="en-US" dirty="0"/>
            </a:br>
            <a:endParaRPr lang="en-US" dirty="0"/>
          </a:p>
          <a:p>
            <a:r>
              <a:rPr lang="en-US" dirty="0"/>
              <a:t>    let </a:t>
            </a:r>
            <a:r>
              <a:rPr lang="en-US" dirty="0" err="1"/>
              <a:t>bookingId</a:t>
            </a:r>
            <a:r>
              <a:rPr lang="en-US" dirty="0"/>
              <a:t>;</a:t>
            </a:r>
          </a:p>
          <a:p>
            <a:r>
              <a:rPr lang="en-US" dirty="0"/>
              <a:t>    let token;</a:t>
            </a:r>
          </a:p>
          <a:p>
            <a:br>
              <a:rPr lang="en-US" dirty="0"/>
            </a:br>
            <a:endParaRPr lang="en-US" dirty="0"/>
          </a:p>
          <a:p>
            <a:r>
              <a:rPr lang="en-US" dirty="0"/>
              <a:t>    const </a:t>
            </a:r>
            <a:r>
              <a:rPr lang="en-US" dirty="0" err="1"/>
              <a:t>originalBooking</a:t>
            </a:r>
            <a:r>
              <a:rPr lang="en-US" dirty="0"/>
              <a:t> = {</a:t>
            </a:r>
          </a:p>
          <a:p>
            <a:r>
              <a:rPr lang="en-US" dirty="0"/>
              <a:t>        </a:t>
            </a:r>
            <a:r>
              <a:rPr lang="en-US" dirty="0" err="1"/>
              <a:t>firstname</a:t>
            </a:r>
            <a:r>
              <a:rPr lang="en-US" dirty="0"/>
              <a:t>: 'Harish',</a:t>
            </a:r>
          </a:p>
          <a:p>
            <a:r>
              <a:rPr lang="en-US" dirty="0"/>
              <a:t>        </a:t>
            </a:r>
            <a:r>
              <a:rPr lang="en-US" dirty="0" err="1"/>
              <a:t>lastname</a:t>
            </a:r>
            <a:r>
              <a:rPr lang="en-US" dirty="0"/>
              <a:t>: 'Baskar',</a:t>
            </a:r>
          </a:p>
          <a:p>
            <a:r>
              <a:rPr lang="en-US" dirty="0"/>
              <a:t>        </a:t>
            </a:r>
            <a:r>
              <a:rPr lang="en-US" dirty="0" err="1"/>
              <a:t>totalprice</a:t>
            </a:r>
            <a:r>
              <a:rPr lang="en-US" dirty="0"/>
              <a:t>: 1500,</a:t>
            </a:r>
          </a:p>
          <a:p>
            <a:r>
              <a:rPr lang="en-US" dirty="0"/>
              <a:t>        </a:t>
            </a:r>
            <a:r>
              <a:rPr lang="en-US" dirty="0" err="1"/>
              <a:t>depositpaid</a:t>
            </a:r>
            <a:r>
              <a:rPr lang="en-US" dirty="0"/>
              <a:t>: true,</a:t>
            </a:r>
          </a:p>
          <a:p>
            <a:r>
              <a:rPr lang="en-US" dirty="0"/>
              <a:t>        </a:t>
            </a:r>
            <a:r>
              <a:rPr lang="en-US" dirty="0" err="1"/>
              <a:t>bookingdates</a:t>
            </a:r>
            <a:r>
              <a:rPr lang="en-US" dirty="0"/>
              <a:t>: {</a:t>
            </a:r>
          </a:p>
          <a:p>
            <a:r>
              <a:rPr lang="en-US" dirty="0"/>
              <a:t>            </a:t>
            </a:r>
            <a:r>
              <a:rPr lang="en-US" dirty="0" err="1"/>
              <a:t>checkin</a:t>
            </a:r>
            <a:r>
              <a:rPr lang="en-US" dirty="0"/>
              <a:t>: '2026-11-01',</a:t>
            </a:r>
          </a:p>
          <a:p>
            <a:r>
              <a:rPr lang="en-US" dirty="0"/>
              <a:t>            checkout: '2026-11-05'</a:t>
            </a:r>
          </a:p>
          <a:p>
            <a:r>
              <a:rPr lang="en-US" dirty="0"/>
              <a:t>        },</a:t>
            </a:r>
          </a:p>
          <a:p>
            <a:r>
              <a:rPr lang="en-US" dirty="0"/>
              <a:t>        </a:t>
            </a:r>
            <a:r>
              <a:rPr lang="en-US" dirty="0" err="1"/>
              <a:t>additionalneeds</a:t>
            </a:r>
            <a:r>
              <a:rPr lang="en-US" dirty="0"/>
              <a:t>: 'Breakfast'</a:t>
            </a:r>
          </a:p>
          <a:p>
            <a:r>
              <a:rPr lang="en-US" dirty="0"/>
              <a:t>    };</a:t>
            </a:r>
          </a:p>
          <a:p>
            <a:br>
              <a:rPr lang="en-US" dirty="0"/>
            </a:br>
            <a:endParaRPr lang="en-US" dirty="0"/>
          </a:p>
          <a:p>
            <a:r>
              <a:rPr lang="en-US" dirty="0"/>
              <a:t>    // 1. AUTHENTICATION</a:t>
            </a:r>
          </a:p>
          <a:p>
            <a:r>
              <a:rPr lang="en-US" dirty="0"/>
              <a:t>    console.log('\n========== 1. AUTHENTICATION ==========');</a:t>
            </a:r>
          </a:p>
          <a:p>
            <a:br>
              <a:rPr lang="en-US" dirty="0"/>
            </a:br>
            <a:endParaRPr lang="en-US" dirty="0"/>
          </a:p>
          <a:p>
            <a:r>
              <a:rPr lang="en-US" dirty="0"/>
              <a:t>    const </a:t>
            </a:r>
            <a:r>
              <a:rPr lang="en-US" dirty="0" err="1"/>
              <a:t>authResponse</a:t>
            </a:r>
            <a:r>
              <a:rPr lang="en-US" dirty="0"/>
              <a:t> = await </a:t>
            </a:r>
            <a:r>
              <a:rPr lang="en-US" dirty="0" err="1"/>
              <a:t>authService.generate_token</a:t>
            </a:r>
            <a:r>
              <a:rPr lang="en-US" dirty="0"/>
              <a:t>(</a:t>
            </a:r>
          </a:p>
          <a:p>
            <a:r>
              <a:rPr lang="en-US" dirty="0"/>
              <a:t>        'admin',</a:t>
            </a:r>
          </a:p>
          <a:p>
            <a:r>
              <a:rPr lang="en-US" dirty="0"/>
              <a:t>        'password123'</a:t>
            </a:r>
          </a:p>
          <a:p>
            <a:r>
              <a:rPr lang="en-US" dirty="0"/>
              <a:t>    );</a:t>
            </a:r>
          </a:p>
          <a:p>
            <a:br>
              <a:rPr lang="en-US" dirty="0"/>
            </a:br>
            <a:endParaRPr lang="en-US" dirty="0"/>
          </a:p>
          <a:p>
            <a:r>
              <a:rPr lang="en-US" dirty="0"/>
              <a:t>    console.log('Auth Status:', </a:t>
            </a:r>
            <a:r>
              <a:rPr lang="en-US" dirty="0" err="1"/>
              <a:t>authResponse.status</a:t>
            </a:r>
            <a:r>
              <a:rPr lang="en-US" dirty="0"/>
              <a:t>());</a:t>
            </a:r>
          </a:p>
          <a:p>
            <a:br>
              <a:rPr lang="en-US" dirty="0"/>
            </a:br>
            <a:endParaRPr lang="en-US" dirty="0"/>
          </a:p>
          <a:p>
            <a:r>
              <a:rPr lang="en-US" dirty="0"/>
              <a:t>    const </a:t>
            </a:r>
            <a:r>
              <a:rPr lang="en-US" dirty="0" err="1"/>
              <a:t>authBody</a:t>
            </a:r>
            <a:r>
              <a:rPr lang="en-US" dirty="0"/>
              <a:t> = await </a:t>
            </a:r>
            <a:r>
              <a:rPr lang="en-US" dirty="0" err="1"/>
              <a:t>authResponse.json</a:t>
            </a:r>
            <a:r>
              <a:rPr lang="en-US" dirty="0"/>
              <a:t>();</a:t>
            </a:r>
          </a:p>
          <a:p>
            <a:r>
              <a:rPr lang="en-US" dirty="0"/>
              <a:t>    console.log('Auth Response:', </a:t>
            </a:r>
            <a:r>
              <a:rPr lang="en-US" dirty="0" err="1"/>
              <a:t>authBody</a:t>
            </a:r>
            <a:r>
              <a:rPr lang="en-US" dirty="0"/>
              <a:t>);</a:t>
            </a:r>
          </a:p>
          <a:p>
            <a:br>
              <a:rPr lang="en-US" dirty="0"/>
            </a:br>
            <a:endParaRPr lang="en-US" dirty="0"/>
          </a:p>
          <a:p>
            <a:r>
              <a:rPr lang="en-US" dirty="0"/>
              <a:t>    token = </a:t>
            </a:r>
            <a:r>
              <a:rPr lang="en-US" dirty="0" err="1"/>
              <a:t>authBody.token</a:t>
            </a:r>
            <a:r>
              <a:rPr lang="en-US" dirty="0"/>
              <a:t>;</a:t>
            </a:r>
          </a:p>
          <a:p>
            <a:br>
              <a:rPr lang="en-US" dirty="0"/>
            </a:br>
            <a:endParaRPr lang="en-US" dirty="0"/>
          </a:p>
          <a:p>
            <a:r>
              <a:rPr lang="en-US" dirty="0"/>
              <a:t>    console.log('Token Generated:', Boolean(token));</a:t>
            </a:r>
          </a:p>
          <a:p>
            <a:br>
              <a:rPr lang="en-US" dirty="0"/>
            </a:br>
            <a:endParaRPr lang="en-US" dirty="0"/>
          </a:p>
          <a:p>
            <a:r>
              <a:rPr lang="en-US" dirty="0"/>
              <a:t>    expect(</a:t>
            </a:r>
            <a:r>
              <a:rPr lang="en-US" dirty="0" err="1"/>
              <a:t>authResponse.status</a:t>
            </a:r>
            <a:r>
              <a:rPr lang="en-US" dirty="0"/>
              <a:t>()).</a:t>
            </a:r>
            <a:r>
              <a:rPr lang="en-US" dirty="0" err="1"/>
              <a:t>toBe</a:t>
            </a:r>
            <a:r>
              <a:rPr lang="en-US" dirty="0"/>
              <a:t>(200);</a:t>
            </a:r>
          </a:p>
          <a:p>
            <a:r>
              <a:rPr lang="en-US" dirty="0"/>
              <a:t>    expect(token).</a:t>
            </a:r>
            <a:r>
              <a:rPr lang="en-US" dirty="0" err="1"/>
              <a:t>toBeTruthy</a:t>
            </a:r>
            <a:r>
              <a:rPr lang="en-US" dirty="0"/>
              <a:t>();</a:t>
            </a:r>
          </a:p>
          <a:p>
            <a:br>
              <a:rPr lang="en-US" dirty="0"/>
            </a:br>
            <a:endParaRPr lang="en-US" dirty="0"/>
          </a:p>
          <a:p>
            <a:r>
              <a:rPr lang="en-US" dirty="0"/>
              <a:t>    // 2. CREATE BOOKING</a:t>
            </a:r>
          </a:p>
          <a:p>
            <a:r>
              <a:rPr lang="en-US" dirty="0"/>
              <a:t>    console.log('\n========== 2. CREATE BOOKING ==========');</a:t>
            </a:r>
          </a:p>
          <a:p>
            <a:br>
              <a:rPr lang="en-US" dirty="0"/>
            </a:br>
            <a:endParaRPr lang="en-US" dirty="0"/>
          </a:p>
          <a:p>
            <a:r>
              <a:rPr lang="en-US" dirty="0"/>
              <a:t>    console.log('Request Payload:', </a:t>
            </a:r>
            <a:r>
              <a:rPr lang="en-US" dirty="0" err="1"/>
              <a:t>originalBooking</a:t>
            </a:r>
            <a:r>
              <a:rPr lang="en-US" dirty="0"/>
              <a:t>);</a:t>
            </a:r>
          </a:p>
          <a:p>
            <a:br>
              <a:rPr lang="en-US" dirty="0"/>
            </a:br>
            <a:endParaRPr lang="en-US" dirty="0"/>
          </a:p>
          <a:p>
            <a:r>
              <a:rPr lang="en-US" dirty="0"/>
              <a:t>    const </a:t>
            </a:r>
            <a:r>
              <a:rPr lang="en-US" dirty="0" err="1"/>
              <a:t>createResponse</a:t>
            </a:r>
            <a:r>
              <a:rPr lang="en-US" dirty="0"/>
              <a:t> =</a:t>
            </a:r>
          </a:p>
          <a:p>
            <a:r>
              <a:rPr lang="en-US" dirty="0"/>
              <a:t>        await </a:t>
            </a:r>
            <a:r>
              <a:rPr lang="en-US" dirty="0" err="1"/>
              <a:t>bookingService.createBooking</a:t>
            </a:r>
            <a:r>
              <a:rPr lang="en-US" dirty="0"/>
              <a:t>(</a:t>
            </a:r>
            <a:r>
              <a:rPr lang="en-US" dirty="0" err="1"/>
              <a:t>originalBooking</a:t>
            </a:r>
            <a:r>
              <a:rPr lang="en-US" dirty="0"/>
              <a:t>);</a:t>
            </a:r>
          </a:p>
          <a:p>
            <a:br>
              <a:rPr lang="en-US" dirty="0"/>
            </a:br>
            <a:endParaRPr lang="en-US" dirty="0"/>
          </a:p>
          <a:p>
            <a:r>
              <a:rPr lang="en-US" dirty="0"/>
              <a:t>    console.log('Create Status:', </a:t>
            </a:r>
            <a:r>
              <a:rPr lang="en-US" dirty="0" err="1"/>
              <a:t>createResponse.status</a:t>
            </a:r>
            <a:r>
              <a:rPr lang="en-US" dirty="0"/>
              <a:t>());</a:t>
            </a:r>
          </a:p>
          <a:p>
            <a:br>
              <a:rPr lang="en-US" dirty="0"/>
            </a:br>
            <a:endParaRPr lang="en-US" dirty="0"/>
          </a:p>
          <a:p>
            <a:r>
              <a:rPr lang="en-US" dirty="0"/>
              <a:t>    const </a:t>
            </a:r>
            <a:r>
              <a:rPr lang="en-US" dirty="0" err="1"/>
              <a:t>createBody</a:t>
            </a:r>
            <a:r>
              <a:rPr lang="en-US" dirty="0"/>
              <a:t> = await </a:t>
            </a:r>
            <a:r>
              <a:rPr lang="en-US" dirty="0" err="1"/>
              <a:t>createResponse.json</a:t>
            </a:r>
            <a:r>
              <a:rPr lang="en-US" dirty="0"/>
              <a:t>();</a:t>
            </a:r>
          </a:p>
          <a:p>
            <a:r>
              <a:rPr lang="en-US" dirty="0"/>
              <a:t>    </a:t>
            </a:r>
            <a:r>
              <a:rPr lang="en-US" dirty="0" err="1"/>
              <a:t>validateSchema</a:t>
            </a:r>
            <a:r>
              <a:rPr lang="en-US" dirty="0"/>
              <a:t>(</a:t>
            </a:r>
            <a:r>
              <a:rPr lang="en-US" dirty="0" err="1"/>
              <a:t>createBody</a:t>
            </a:r>
            <a:r>
              <a:rPr lang="en-US" dirty="0"/>
              <a:t>, </a:t>
            </a:r>
            <a:r>
              <a:rPr lang="en-US" dirty="0" err="1"/>
              <a:t>createBookingSchema</a:t>
            </a:r>
            <a:r>
              <a:rPr lang="en-US" dirty="0"/>
              <a:t>);</a:t>
            </a:r>
          </a:p>
          <a:p>
            <a:r>
              <a:rPr lang="en-US" dirty="0"/>
              <a:t>    console.log('POST Schema Validation: PASSED');</a:t>
            </a:r>
          </a:p>
          <a:p>
            <a:br>
              <a:rPr lang="en-US" dirty="0"/>
            </a:br>
            <a:endParaRPr lang="en-US" dirty="0"/>
          </a:p>
          <a:p>
            <a:r>
              <a:rPr lang="en-US" dirty="0"/>
              <a:t>    console.log('Create Response:', </a:t>
            </a:r>
            <a:r>
              <a:rPr lang="en-US" dirty="0" err="1"/>
              <a:t>createBody</a:t>
            </a:r>
            <a:r>
              <a:rPr lang="en-US" dirty="0"/>
              <a:t>);</a:t>
            </a:r>
          </a:p>
          <a:p>
            <a:br>
              <a:rPr lang="en-US" dirty="0"/>
            </a:br>
            <a:endParaRPr lang="en-US" dirty="0"/>
          </a:p>
          <a:p>
            <a:r>
              <a:rPr lang="en-US" dirty="0"/>
              <a:t>    </a:t>
            </a:r>
            <a:r>
              <a:rPr lang="en-US" dirty="0" err="1"/>
              <a:t>bookingId</a:t>
            </a:r>
            <a:r>
              <a:rPr lang="en-US" dirty="0"/>
              <a:t> = </a:t>
            </a:r>
            <a:r>
              <a:rPr lang="en-US" dirty="0" err="1"/>
              <a:t>createBody.bookingid</a:t>
            </a:r>
            <a:r>
              <a:rPr lang="en-US" dirty="0"/>
              <a:t>;</a:t>
            </a:r>
          </a:p>
          <a:p>
            <a:br>
              <a:rPr lang="en-US" dirty="0"/>
            </a:br>
            <a:endParaRPr lang="en-US" dirty="0"/>
          </a:p>
          <a:p>
            <a:r>
              <a:rPr lang="en-US" dirty="0"/>
              <a:t>    console.log('Extracted Booking ID:', </a:t>
            </a:r>
            <a:r>
              <a:rPr lang="en-US" dirty="0" err="1"/>
              <a:t>bookingId</a:t>
            </a:r>
            <a:r>
              <a:rPr lang="en-US" dirty="0"/>
              <a:t>);</a:t>
            </a:r>
          </a:p>
          <a:p>
            <a:br>
              <a:rPr lang="en-US" dirty="0"/>
            </a:br>
            <a:endParaRPr lang="en-US" dirty="0"/>
          </a:p>
          <a:p>
            <a:r>
              <a:rPr lang="en-US" dirty="0"/>
              <a:t>    expect(</a:t>
            </a:r>
            <a:r>
              <a:rPr lang="en-US" dirty="0" err="1"/>
              <a:t>createResponse.status</a:t>
            </a:r>
            <a:r>
              <a:rPr lang="en-US" dirty="0"/>
              <a:t>()).</a:t>
            </a:r>
            <a:r>
              <a:rPr lang="en-US" dirty="0" err="1"/>
              <a:t>toBe</a:t>
            </a:r>
            <a:r>
              <a:rPr lang="en-US" dirty="0"/>
              <a:t>(200);</a:t>
            </a:r>
          </a:p>
          <a:p>
            <a:r>
              <a:rPr lang="en-US" dirty="0"/>
              <a:t>    expect(</a:t>
            </a:r>
            <a:r>
              <a:rPr lang="en-US" dirty="0" err="1"/>
              <a:t>bookingId</a:t>
            </a:r>
            <a:r>
              <a:rPr lang="en-US" dirty="0"/>
              <a:t>).</a:t>
            </a:r>
            <a:r>
              <a:rPr lang="en-US" dirty="0" err="1"/>
              <a:t>toBeTruthy</a:t>
            </a:r>
            <a:r>
              <a:rPr lang="en-US" dirty="0"/>
              <a:t>();</a:t>
            </a:r>
          </a:p>
          <a:p>
            <a:r>
              <a:rPr lang="en-US" dirty="0"/>
              <a:t>    expect(</a:t>
            </a:r>
            <a:r>
              <a:rPr lang="en-US" dirty="0" err="1"/>
              <a:t>createBody.booking.firstname</a:t>
            </a:r>
            <a:r>
              <a:rPr lang="en-US" dirty="0"/>
              <a:t>).</a:t>
            </a:r>
            <a:r>
              <a:rPr lang="en-US" dirty="0" err="1"/>
              <a:t>toBe</a:t>
            </a:r>
            <a:r>
              <a:rPr lang="en-US" dirty="0"/>
              <a:t>(</a:t>
            </a:r>
          </a:p>
          <a:p>
            <a:r>
              <a:rPr lang="en-US" dirty="0"/>
              <a:t>        </a:t>
            </a:r>
            <a:r>
              <a:rPr lang="en-US" dirty="0" err="1"/>
              <a:t>originalBooking.firstname</a:t>
            </a:r>
            <a:endParaRPr lang="en-US" dirty="0"/>
          </a:p>
          <a:p>
            <a:r>
              <a:rPr lang="en-US" dirty="0"/>
              <a:t>    );</a:t>
            </a:r>
          </a:p>
          <a:p>
            <a:br>
              <a:rPr lang="en-US" dirty="0"/>
            </a:br>
            <a:endParaRPr lang="en-US" dirty="0"/>
          </a:p>
          <a:p>
            <a:r>
              <a:rPr lang="en-US" dirty="0"/>
              <a:t>    // 3. GET BOOKING USING EXTRACTED ID</a:t>
            </a:r>
          </a:p>
          <a:p>
            <a:r>
              <a:rPr lang="en-US" dirty="0"/>
              <a:t>    console.log('\n========== 3. GET BOOKING ==========');</a:t>
            </a:r>
          </a:p>
          <a:p>
            <a:r>
              <a:rPr lang="en-US" dirty="0"/>
              <a:t>    console.log('Booking ID Sent to GET:', </a:t>
            </a:r>
            <a:r>
              <a:rPr lang="en-US" dirty="0" err="1"/>
              <a:t>bookingId</a:t>
            </a:r>
            <a:r>
              <a:rPr lang="en-US" dirty="0"/>
              <a:t>);</a:t>
            </a:r>
          </a:p>
          <a:p>
            <a:br>
              <a:rPr lang="en-US" dirty="0"/>
            </a:br>
            <a:endParaRPr lang="en-US" dirty="0"/>
          </a:p>
          <a:p>
            <a:r>
              <a:rPr lang="en-US" dirty="0"/>
              <a:t>    const </a:t>
            </a:r>
            <a:r>
              <a:rPr lang="en-US" dirty="0" err="1"/>
              <a:t>getResponse</a:t>
            </a:r>
            <a:r>
              <a:rPr lang="en-US" dirty="0"/>
              <a:t> =</a:t>
            </a:r>
          </a:p>
          <a:p>
            <a:r>
              <a:rPr lang="en-US" dirty="0"/>
              <a:t>        await </a:t>
            </a:r>
            <a:r>
              <a:rPr lang="en-US" dirty="0" err="1"/>
              <a:t>bookingService.getBooking</a:t>
            </a:r>
            <a:r>
              <a:rPr lang="en-US" dirty="0"/>
              <a:t>(</a:t>
            </a:r>
            <a:r>
              <a:rPr lang="en-US" dirty="0" err="1"/>
              <a:t>bookingId</a:t>
            </a:r>
            <a:r>
              <a:rPr lang="en-US" dirty="0"/>
              <a:t>);</a:t>
            </a:r>
          </a:p>
          <a:p>
            <a:br>
              <a:rPr lang="en-US" dirty="0"/>
            </a:br>
            <a:endParaRPr lang="en-US" dirty="0"/>
          </a:p>
          <a:p>
            <a:r>
              <a:rPr lang="en-US" dirty="0"/>
              <a:t>    console.log('GET Status:', </a:t>
            </a:r>
            <a:r>
              <a:rPr lang="en-US" dirty="0" err="1"/>
              <a:t>getResponse.status</a:t>
            </a:r>
            <a:r>
              <a:rPr lang="en-US" dirty="0"/>
              <a:t>());</a:t>
            </a:r>
          </a:p>
          <a:p>
            <a:br>
              <a:rPr lang="en-US" dirty="0"/>
            </a:br>
            <a:endParaRPr lang="en-US" dirty="0"/>
          </a:p>
          <a:p>
            <a:r>
              <a:rPr lang="en-US" dirty="0"/>
              <a:t>    const </a:t>
            </a:r>
            <a:r>
              <a:rPr lang="en-US" dirty="0" err="1"/>
              <a:t>getBodyText</a:t>
            </a:r>
            <a:r>
              <a:rPr lang="en-US" dirty="0"/>
              <a:t> = await </a:t>
            </a:r>
            <a:r>
              <a:rPr lang="en-US" dirty="0" err="1"/>
              <a:t>getResponse.text</a:t>
            </a:r>
            <a:r>
              <a:rPr lang="en-US" dirty="0"/>
              <a:t>();</a:t>
            </a:r>
          </a:p>
          <a:p>
            <a:r>
              <a:rPr lang="en-US" dirty="0"/>
              <a:t>    console.log('GET Response Body:', </a:t>
            </a:r>
            <a:r>
              <a:rPr lang="en-US" dirty="0" err="1"/>
              <a:t>getBodyText</a:t>
            </a:r>
            <a:r>
              <a:rPr lang="en-US" dirty="0"/>
              <a:t>);</a:t>
            </a:r>
          </a:p>
          <a:p>
            <a:br>
              <a:rPr lang="en-US" dirty="0"/>
            </a:br>
            <a:endParaRPr lang="en-US" dirty="0"/>
          </a:p>
          <a:p>
            <a:r>
              <a:rPr lang="en-US" dirty="0"/>
              <a:t>    expect(</a:t>
            </a:r>
            <a:r>
              <a:rPr lang="en-US" dirty="0" err="1"/>
              <a:t>getResponse.status</a:t>
            </a:r>
            <a:r>
              <a:rPr lang="en-US" dirty="0"/>
              <a:t>()).</a:t>
            </a:r>
            <a:r>
              <a:rPr lang="en-US" dirty="0" err="1"/>
              <a:t>toBe</a:t>
            </a:r>
            <a:r>
              <a:rPr lang="en-US" dirty="0"/>
              <a:t>(200);</a:t>
            </a:r>
          </a:p>
          <a:p>
            <a:br>
              <a:rPr lang="en-US" dirty="0"/>
            </a:br>
            <a:endParaRPr lang="en-US" dirty="0"/>
          </a:p>
          <a:p>
            <a:r>
              <a:rPr lang="en-US" dirty="0"/>
              <a:t>    const </a:t>
            </a:r>
            <a:r>
              <a:rPr lang="en-US" dirty="0" err="1"/>
              <a:t>fetchedBooking</a:t>
            </a:r>
            <a:r>
              <a:rPr lang="en-US" dirty="0"/>
              <a:t> = </a:t>
            </a:r>
            <a:r>
              <a:rPr lang="en-US" dirty="0" err="1"/>
              <a:t>JSON.parse</a:t>
            </a:r>
            <a:r>
              <a:rPr lang="en-US" dirty="0"/>
              <a:t>(</a:t>
            </a:r>
            <a:r>
              <a:rPr lang="en-US" dirty="0" err="1"/>
              <a:t>getBodyText</a:t>
            </a:r>
            <a:r>
              <a:rPr lang="en-US" dirty="0"/>
              <a:t>);</a:t>
            </a:r>
          </a:p>
          <a:p>
            <a:br>
              <a:rPr lang="en-US" dirty="0"/>
            </a:br>
            <a:endParaRPr lang="en-US" dirty="0"/>
          </a:p>
          <a:p>
            <a:r>
              <a:rPr lang="en-US" dirty="0"/>
              <a:t>    expect(</a:t>
            </a:r>
            <a:r>
              <a:rPr lang="en-US" dirty="0" err="1"/>
              <a:t>fetchedBooking.firstname</a:t>
            </a:r>
            <a:r>
              <a:rPr lang="en-US" dirty="0"/>
              <a:t>).</a:t>
            </a:r>
            <a:r>
              <a:rPr lang="en-US" dirty="0" err="1"/>
              <a:t>toBe</a:t>
            </a:r>
            <a:r>
              <a:rPr lang="en-US" dirty="0"/>
              <a:t>('Harish');</a:t>
            </a:r>
          </a:p>
          <a:p>
            <a:r>
              <a:rPr lang="en-US" dirty="0"/>
              <a:t>    expect(</a:t>
            </a:r>
            <a:r>
              <a:rPr lang="en-US" dirty="0" err="1"/>
              <a:t>fetchedBooking.lastname</a:t>
            </a:r>
            <a:r>
              <a:rPr lang="en-US" dirty="0"/>
              <a:t>).</a:t>
            </a:r>
            <a:r>
              <a:rPr lang="en-US" dirty="0" err="1"/>
              <a:t>toBe</a:t>
            </a:r>
            <a:r>
              <a:rPr lang="en-US" dirty="0"/>
              <a:t>('Baskar');</a:t>
            </a:r>
          </a:p>
          <a:p>
            <a:br>
              <a:rPr lang="en-US" dirty="0"/>
            </a:br>
            <a:endParaRPr lang="en-US" dirty="0"/>
          </a:p>
          <a:p>
            <a:r>
              <a:rPr lang="en-US" dirty="0"/>
              <a:t>    // 4. PARTIAL UPDATE — PATCH</a:t>
            </a:r>
          </a:p>
          <a:p>
            <a:r>
              <a:rPr lang="en-US" dirty="0"/>
              <a:t>    console.log('\n========== 4. PARTIAL UPDATE (PATCH) ==========');</a:t>
            </a:r>
          </a:p>
          <a:p>
            <a:br>
              <a:rPr lang="en-US" dirty="0"/>
            </a:br>
            <a:endParaRPr lang="en-US" dirty="0"/>
          </a:p>
          <a:p>
            <a:r>
              <a:rPr lang="en-US" dirty="0"/>
              <a:t>    const </a:t>
            </a:r>
            <a:r>
              <a:rPr lang="en-US" dirty="0" err="1"/>
              <a:t>patchResponse</a:t>
            </a:r>
            <a:r>
              <a:rPr lang="en-US" dirty="0"/>
              <a:t> = await </a:t>
            </a:r>
            <a:r>
              <a:rPr lang="en-US" dirty="0" err="1"/>
              <a:t>bookingService.partialUpdate</a:t>
            </a:r>
            <a:r>
              <a:rPr lang="en-US" dirty="0"/>
              <a:t>(</a:t>
            </a:r>
          </a:p>
          <a:p>
            <a:r>
              <a:rPr lang="en-US" dirty="0"/>
              <a:t>        { </a:t>
            </a:r>
            <a:r>
              <a:rPr lang="en-US" dirty="0" err="1"/>
              <a:t>additionalneeds</a:t>
            </a:r>
            <a:r>
              <a:rPr lang="en-US" dirty="0"/>
              <a:t>: 'Lunch' },</a:t>
            </a:r>
          </a:p>
          <a:p>
            <a:r>
              <a:rPr lang="en-US" dirty="0"/>
              <a:t>        </a:t>
            </a:r>
            <a:r>
              <a:rPr lang="en-US" dirty="0" err="1"/>
              <a:t>bookingId</a:t>
            </a:r>
            <a:r>
              <a:rPr lang="en-US" dirty="0"/>
              <a:t>,</a:t>
            </a:r>
          </a:p>
          <a:p>
            <a:r>
              <a:rPr lang="en-US" dirty="0"/>
              <a:t>        token</a:t>
            </a:r>
          </a:p>
          <a:p>
            <a:r>
              <a:rPr lang="en-US" dirty="0"/>
              <a:t>    );</a:t>
            </a:r>
          </a:p>
          <a:p>
            <a:br>
              <a:rPr lang="en-US" dirty="0"/>
            </a:br>
            <a:endParaRPr lang="en-US" dirty="0"/>
          </a:p>
          <a:p>
            <a:r>
              <a:rPr lang="en-US" dirty="0"/>
              <a:t>    console.log('PATCH Status:', </a:t>
            </a:r>
            <a:r>
              <a:rPr lang="en-US" dirty="0" err="1"/>
              <a:t>patchResponse.status</a:t>
            </a:r>
            <a:r>
              <a:rPr lang="en-US" dirty="0"/>
              <a:t>());</a:t>
            </a:r>
          </a:p>
          <a:p>
            <a:r>
              <a:rPr lang="en-US" dirty="0"/>
              <a:t>    console.log('PATCH Response:', await </a:t>
            </a:r>
            <a:r>
              <a:rPr lang="en-US" dirty="0" err="1"/>
              <a:t>patchResponse.text</a:t>
            </a:r>
            <a:r>
              <a:rPr lang="en-US" dirty="0"/>
              <a:t>());</a:t>
            </a:r>
          </a:p>
          <a:p>
            <a:br>
              <a:rPr lang="en-US" dirty="0"/>
            </a:br>
            <a:endParaRPr lang="en-US" dirty="0"/>
          </a:p>
          <a:p>
            <a:r>
              <a:rPr lang="en-US" dirty="0"/>
              <a:t>    expect(</a:t>
            </a:r>
            <a:r>
              <a:rPr lang="en-US" dirty="0" err="1"/>
              <a:t>patchResponse.status</a:t>
            </a:r>
            <a:r>
              <a:rPr lang="en-US" dirty="0"/>
              <a:t>()).</a:t>
            </a:r>
            <a:r>
              <a:rPr lang="en-US" dirty="0" err="1"/>
              <a:t>toBe</a:t>
            </a:r>
            <a:r>
              <a:rPr lang="en-US" dirty="0"/>
              <a:t>(200);</a:t>
            </a:r>
          </a:p>
          <a:p>
            <a:br>
              <a:rPr lang="en-US" dirty="0"/>
            </a:br>
            <a:endParaRPr lang="en-US" dirty="0"/>
          </a:p>
          <a:p>
            <a:r>
              <a:rPr lang="en-US" dirty="0"/>
              <a:t>    // 5. DELETE BOOKING</a:t>
            </a:r>
          </a:p>
          <a:p>
            <a:r>
              <a:rPr lang="en-US" dirty="0"/>
              <a:t>    console.log('\n========== 5. DELETE BOOKING ==========');</a:t>
            </a:r>
          </a:p>
          <a:p>
            <a:r>
              <a:rPr lang="en-US" dirty="0"/>
              <a:t>    console.log('Booking ID:', </a:t>
            </a:r>
            <a:r>
              <a:rPr lang="en-US" dirty="0" err="1"/>
              <a:t>bookingId</a:t>
            </a:r>
            <a:r>
              <a:rPr lang="en-US" dirty="0"/>
              <a:t>);</a:t>
            </a:r>
          </a:p>
          <a:p>
            <a:r>
              <a:rPr lang="en-US" dirty="0"/>
              <a:t>    console.log('Token available:', Boolean(token));</a:t>
            </a:r>
          </a:p>
          <a:p>
            <a:br>
              <a:rPr lang="en-US" dirty="0"/>
            </a:br>
            <a:endParaRPr lang="en-US" dirty="0"/>
          </a:p>
          <a:p>
            <a:r>
              <a:rPr lang="en-US" dirty="0"/>
              <a:t>    const </a:t>
            </a:r>
            <a:r>
              <a:rPr lang="en-US" dirty="0" err="1"/>
              <a:t>deleteResponse</a:t>
            </a:r>
            <a:r>
              <a:rPr lang="en-US" dirty="0"/>
              <a:t> =</a:t>
            </a:r>
          </a:p>
          <a:p>
            <a:r>
              <a:rPr lang="en-US" dirty="0"/>
              <a:t>        await </a:t>
            </a:r>
            <a:r>
              <a:rPr lang="en-US" dirty="0" err="1"/>
              <a:t>bookingService.delete_record</a:t>
            </a:r>
            <a:r>
              <a:rPr lang="en-US" dirty="0"/>
              <a:t>(</a:t>
            </a:r>
            <a:r>
              <a:rPr lang="en-US" dirty="0" err="1"/>
              <a:t>bookingId</a:t>
            </a:r>
            <a:r>
              <a:rPr lang="en-US" dirty="0"/>
              <a:t>, token);</a:t>
            </a:r>
          </a:p>
          <a:p>
            <a:br>
              <a:rPr lang="en-US" dirty="0"/>
            </a:br>
            <a:endParaRPr lang="en-US" dirty="0"/>
          </a:p>
          <a:p>
            <a:r>
              <a:rPr lang="en-US" dirty="0"/>
              <a:t>    console.log('DELETE Status:', </a:t>
            </a:r>
            <a:r>
              <a:rPr lang="en-US" dirty="0" err="1"/>
              <a:t>deleteResponse.status</a:t>
            </a:r>
            <a:r>
              <a:rPr lang="en-US" dirty="0"/>
              <a:t>());</a:t>
            </a:r>
          </a:p>
          <a:p>
            <a:r>
              <a:rPr lang="en-US" dirty="0"/>
              <a:t>    console.log('DELETE Response:', await </a:t>
            </a:r>
            <a:r>
              <a:rPr lang="en-US" dirty="0" err="1"/>
              <a:t>deleteResponse.text</a:t>
            </a:r>
            <a:r>
              <a:rPr lang="en-US" dirty="0"/>
              <a:t>());</a:t>
            </a:r>
          </a:p>
          <a:p>
            <a:br>
              <a:rPr lang="en-US" dirty="0"/>
            </a:br>
            <a:endParaRPr lang="en-US" dirty="0"/>
          </a:p>
          <a:p>
            <a:r>
              <a:rPr lang="en-US" dirty="0"/>
              <a:t>    expect(</a:t>
            </a:r>
            <a:r>
              <a:rPr lang="en-US" dirty="0" err="1"/>
              <a:t>deleteResponse.status</a:t>
            </a:r>
            <a:r>
              <a:rPr lang="en-US" dirty="0"/>
              <a:t>()).</a:t>
            </a:r>
            <a:r>
              <a:rPr lang="en-US" dirty="0" err="1"/>
              <a:t>toBe</a:t>
            </a:r>
            <a:r>
              <a:rPr lang="en-US" dirty="0"/>
              <a:t>(201);</a:t>
            </a:r>
          </a:p>
          <a:p>
            <a:br>
              <a:rPr lang="en-US" dirty="0"/>
            </a:br>
            <a:endParaRPr lang="en-US" dirty="0"/>
          </a:p>
          <a:p>
            <a:r>
              <a:rPr lang="en-US" dirty="0"/>
              <a:t>    // 6. VERIFY DELETION</a:t>
            </a:r>
          </a:p>
          <a:p>
            <a:r>
              <a:rPr lang="en-US" dirty="0"/>
              <a:t>    console.log('\n========== 6. VERIFY DELETION ==========');</a:t>
            </a:r>
          </a:p>
          <a:p>
            <a:br>
              <a:rPr lang="en-US" dirty="0"/>
            </a:br>
            <a:endParaRPr lang="en-US" dirty="0"/>
          </a:p>
          <a:p>
            <a:r>
              <a:rPr lang="en-US" dirty="0"/>
              <a:t>    const </a:t>
            </a:r>
            <a:r>
              <a:rPr lang="en-US" dirty="0" err="1"/>
              <a:t>finalGetResponse</a:t>
            </a:r>
            <a:r>
              <a:rPr lang="en-US" dirty="0"/>
              <a:t> =</a:t>
            </a:r>
          </a:p>
          <a:p>
            <a:r>
              <a:rPr lang="en-US" dirty="0"/>
              <a:t>        await </a:t>
            </a:r>
            <a:r>
              <a:rPr lang="en-US" dirty="0" err="1"/>
              <a:t>bookingService.getBooking</a:t>
            </a:r>
            <a:r>
              <a:rPr lang="en-US" dirty="0"/>
              <a:t>(</a:t>
            </a:r>
            <a:r>
              <a:rPr lang="en-US" dirty="0" err="1"/>
              <a:t>bookingId</a:t>
            </a:r>
            <a:r>
              <a:rPr lang="en-US" dirty="0"/>
              <a:t>);</a:t>
            </a:r>
          </a:p>
          <a:p>
            <a:br>
              <a:rPr lang="en-US" dirty="0"/>
            </a:br>
            <a:endParaRPr lang="en-US" dirty="0"/>
          </a:p>
          <a:p>
            <a:r>
              <a:rPr lang="en-US" dirty="0"/>
              <a:t>    console.log('Final GET Status:', </a:t>
            </a:r>
            <a:r>
              <a:rPr lang="en-US" dirty="0" err="1"/>
              <a:t>finalGetResponse.status</a:t>
            </a:r>
            <a:r>
              <a:rPr lang="en-US" dirty="0"/>
              <a:t>());</a:t>
            </a:r>
          </a:p>
          <a:p>
            <a:r>
              <a:rPr lang="en-US" dirty="0"/>
              <a:t>    console.log(</a:t>
            </a:r>
          </a:p>
          <a:p>
            <a:r>
              <a:rPr lang="en-US" dirty="0"/>
              <a:t>        'Final GET Response:',</a:t>
            </a:r>
          </a:p>
          <a:p>
            <a:r>
              <a:rPr lang="en-US" dirty="0"/>
              <a:t>        await </a:t>
            </a:r>
            <a:r>
              <a:rPr lang="en-US" dirty="0" err="1"/>
              <a:t>finalGetResponse.text</a:t>
            </a:r>
            <a:r>
              <a:rPr lang="en-US" dirty="0"/>
              <a:t>()</a:t>
            </a:r>
          </a:p>
          <a:p>
            <a:r>
              <a:rPr lang="en-US" dirty="0"/>
              <a:t>    );</a:t>
            </a:r>
          </a:p>
          <a:p>
            <a:br>
              <a:rPr lang="en-US" dirty="0"/>
            </a:br>
            <a:endParaRPr lang="en-US" dirty="0"/>
          </a:p>
          <a:p>
            <a:r>
              <a:rPr lang="en-US" dirty="0"/>
              <a:t>    expect(</a:t>
            </a:r>
            <a:r>
              <a:rPr lang="en-US" dirty="0" err="1"/>
              <a:t>finalGetResponse.status</a:t>
            </a:r>
            <a:r>
              <a:rPr lang="en-US" dirty="0"/>
              <a:t>()).</a:t>
            </a:r>
            <a:r>
              <a:rPr lang="en-US" dirty="0" err="1"/>
              <a:t>toBe</a:t>
            </a:r>
            <a:r>
              <a:rPr lang="en-US" dirty="0"/>
              <a:t>(404);</a:t>
            </a:r>
          </a:p>
          <a:p>
            <a:br>
              <a:rPr lang="en-US" dirty="0"/>
            </a:br>
            <a:endParaRPr lang="en-US" dirty="0"/>
          </a:p>
          <a:p>
            <a:r>
              <a:rPr lang="en-US" dirty="0"/>
              <a:t>    console.log('\</a:t>
            </a:r>
            <a:r>
              <a:rPr lang="en-US" dirty="0" err="1"/>
              <a:t>nAPI</a:t>
            </a:r>
            <a:r>
              <a:rPr lang="en-US" dirty="0"/>
              <a:t> E2E flow completed successfully.');</a:t>
            </a:r>
          </a:p>
          <a:p>
            <a:r>
              <a:rPr lang="en-US" dirty="0"/>
              <a:t>});</a:t>
            </a:r>
          </a:p>
          <a:p>
            <a:br>
              <a:rPr lang="en-US" dirty="0"/>
            </a:br>
            <a:endParaRPr lang="en-US" dirty="0"/>
          </a:p>
          <a:p>
            <a:pPr algn="ctr"/>
            <a:endParaRPr lang="en-US" dirty="0"/>
          </a:p>
        </p:txBody>
      </p:sp>
      <p:sp>
        <p:nvSpPr>
          <p:cNvPr id="3" name="Oval 2">
            <a:extLst>
              <a:ext uri="{FF2B5EF4-FFF2-40B4-BE49-F238E27FC236}">
                <a16:creationId xmlns:a16="http://schemas.microsoft.com/office/drawing/2014/main" id="{B780B8EF-A1FF-2E6A-C9D3-E500FC822BF8}"/>
              </a:ext>
            </a:extLst>
          </p:cNvPr>
          <p:cNvSpPr/>
          <p:nvPr/>
        </p:nvSpPr>
        <p:spPr>
          <a:xfrm>
            <a:off x="6711696" y="612648"/>
            <a:ext cx="3401568" cy="211226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Over all test with running schema</a:t>
            </a:r>
            <a:br>
              <a:rPr lang="en-US" dirty="0"/>
            </a:br>
            <a:r>
              <a:rPr lang="en-US" dirty="0"/>
              <a:t>if getting confused In schema creation call me</a:t>
            </a:r>
          </a:p>
        </p:txBody>
      </p:sp>
    </p:spTree>
    <p:extLst>
      <p:ext uri="{BB962C8B-B14F-4D97-AF65-F5344CB8AC3E}">
        <p14:creationId xmlns:p14="http://schemas.microsoft.com/office/powerpoint/2010/main" val="8780133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7B6C07-6D59-CBA3-CECC-139A297C40C3}"/>
              </a:ext>
            </a:extLst>
          </p:cNvPr>
          <p:cNvSpPr/>
          <p:nvPr/>
        </p:nvSpPr>
        <p:spPr>
          <a:xfrm>
            <a:off x="2487168" y="201168"/>
            <a:ext cx="4462272" cy="6400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Types of authentication</a:t>
            </a:r>
          </a:p>
        </p:txBody>
      </p:sp>
      <p:sp>
        <p:nvSpPr>
          <p:cNvPr id="3" name="Rectangle 2">
            <a:extLst>
              <a:ext uri="{FF2B5EF4-FFF2-40B4-BE49-F238E27FC236}">
                <a16:creationId xmlns:a16="http://schemas.microsoft.com/office/drawing/2014/main" id="{5175562B-15CC-B773-2124-AA2A15D1E04E}"/>
              </a:ext>
            </a:extLst>
          </p:cNvPr>
          <p:cNvSpPr/>
          <p:nvPr/>
        </p:nvSpPr>
        <p:spPr>
          <a:xfrm>
            <a:off x="338328" y="1170432"/>
            <a:ext cx="5623560" cy="47457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Passing user name in data </a:t>
            </a:r>
            <a:br>
              <a:rPr lang="en-US" dirty="0"/>
            </a:br>
            <a:br>
              <a:rPr lang="en-US" dirty="0"/>
            </a:br>
            <a:r>
              <a:rPr lang="en-US" dirty="0"/>
              <a:t>async </a:t>
            </a:r>
            <a:r>
              <a:rPr lang="en-US" dirty="0" err="1"/>
              <a:t>getToken</a:t>
            </a:r>
            <a:r>
              <a:rPr lang="en-US" dirty="0"/>
              <a:t>() {</a:t>
            </a:r>
          </a:p>
          <a:p>
            <a:pPr algn="ctr"/>
            <a:r>
              <a:rPr lang="en-US" dirty="0"/>
              <a:t>    const response = await </a:t>
            </a:r>
            <a:r>
              <a:rPr lang="en-US" dirty="0" err="1"/>
              <a:t>this.apifix.post</a:t>
            </a:r>
            <a:r>
              <a:rPr lang="en-US" dirty="0"/>
              <a:t>('/auth', {</a:t>
            </a:r>
          </a:p>
          <a:p>
            <a:pPr algn="ctr"/>
            <a:r>
              <a:rPr lang="en-US" dirty="0"/>
              <a:t>        data: {</a:t>
            </a:r>
          </a:p>
          <a:p>
            <a:pPr algn="ctr"/>
            <a:r>
              <a:rPr lang="en-US" dirty="0"/>
              <a:t>            username: </a:t>
            </a:r>
            <a:r>
              <a:rPr lang="en-US" dirty="0" err="1"/>
              <a:t>process.env.API_USERNAME</a:t>
            </a:r>
            <a:r>
              <a:rPr lang="en-US" dirty="0"/>
              <a:t>,</a:t>
            </a:r>
          </a:p>
          <a:p>
            <a:pPr algn="ctr"/>
            <a:r>
              <a:rPr lang="en-US" dirty="0"/>
              <a:t>            password: </a:t>
            </a:r>
            <a:r>
              <a:rPr lang="en-US" dirty="0" err="1"/>
              <a:t>process.env.API_PASSWORD</a:t>
            </a:r>
            <a:endParaRPr lang="en-US" dirty="0"/>
          </a:p>
          <a:p>
            <a:pPr algn="ctr"/>
            <a:r>
              <a:rPr lang="en-US" dirty="0"/>
              <a:t>        }</a:t>
            </a:r>
          </a:p>
          <a:p>
            <a:pPr algn="ctr"/>
            <a:r>
              <a:rPr lang="en-US" dirty="0"/>
              <a:t>    });</a:t>
            </a:r>
          </a:p>
          <a:p>
            <a:pPr algn="ctr"/>
            <a:endParaRPr lang="en-US" dirty="0"/>
          </a:p>
          <a:p>
            <a:pPr algn="ctr"/>
            <a:r>
              <a:rPr lang="en-US" dirty="0"/>
              <a:t>    expect(</a:t>
            </a:r>
            <a:r>
              <a:rPr lang="en-US" dirty="0" err="1"/>
              <a:t>response.status</a:t>
            </a:r>
            <a:r>
              <a:rPr lang="en-US" dirty="0"/>
              <a:t>()).</a:t>
            </a:r>
            <a:r>
              <a:rPr lang="en-US" dirty="0" err="1"/>
              <a:t>toBe</a:t>
            </a:r>
            <a:r>
              <a:rPr lang="en-US" dirty="0"/>
              <a:t>(200);</a:t>
            </a:r>
          </a:p>
          <a:p>
            <a:pPr algn="ctr"/>
            <a:endParaRPr lang="en-US" dirty="0"/>
          </a:p>
          <a:p>
            <a:pPr algn="ctr"/>
            <a:r>
              <a:rPr lang="en-US" dirty="0"/>
              <a:t>    const body = await </a:t>
            </a:r>
            <a:r>
              <a:rPr lang="en-US" dirty="0" err="1"/>
              <a:t>response.json</a:t>
            </a:r>
            <a:r>
              <a:rPr lang="en-US" dirty="0"/>
              <a:t>();</a:t>
            </a:r>
          </a:p>
          <a:p>
            <a:pPr algn="ctr"/>
            <a:r>
              <a:rPr lang="en-US" dirty="0"/>
              <a:t>    return </a:t>
            </a:r>
            <a:r>
              <a:rPr lang="en-US" dirty="0" err="1"/>
              <a:t>body.token</a:t>
            </a:r>
            <a:r>
              <a:rPr lang="en-US" dirty="0"/>
              <a:t>;</a:t>
            </a:r>
          </a:p>
          <a:p>
            <a:pPr algn="ctr"/>
            <a:r>
              <a:rPr lang="en-US" dirty="0"/>
              <a:t>}</a:t>
            </a:r>
          </a:p>
        </p:txBody>
      </p:sp>
      <p:sp>
        <p:nvSpPr>
          <p:cNvPr id="5" name="Rectangle 4">
            <a:extLst>
              <a:ext uri="{FF2B5EF4-FFF2-40B4-BE49-F238E27FC236}">
                <a16:creationId xmlns:a16="http://schemas.microsoft.com/office/drawing/2014/main" id="{D2093189-2A50-EBF7-838B-B2453FFA0A75}"/>
              </a:ext>
            </a:extLst>
          </p:cNvPr>
          <p:cNvSpPr/>
          <p:nvPr/>
        </p:nvSpPr>
        <p:spPr>
          <a:xfrm>
            <a:off x="6114288" y="1170432"/>
            <a:ext cx="5623560" cy="47457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Token based  either chaining or </a:t>
            </a:r>
            <a:r>
              <a:rPr lang="en-US" dirty="0" err="1"/>
              <a:t>outh</a:t>
            </a:r>
            <a:br>
              <a:rPr lang="en-US" dirty="0"/>
            </a:br>
            <a:br>
              <a:rPr lang="en-US" dirty="0"/>
            </a:br>
            <a:r>
              <a:rPr lang="en-US" dirty="0"/>
              <a:t>const token = await </a:t>
            </a:r>
            <a:r>
              <a:rPr lang="en-US" dirty="0" err="1"/>
              <a:t>authService.getToken</a:t>
            </a:r>
            <a:r>
              <a:rPr lang="en-US" dirty="0"/>
              <a:t>();</a:t>
            </a:r>
          </a:p>
          <a:p>
            <a:pPr algn="ctr"/>
            <a:endParaRPr lang="en-US" dirty="0"/>
          </a:p>
          <a:p>
            <a:pPr algn="ctr"/>
            <a:r>
              <a:rPr lang="en-US" dirty="0"/>
              <a:t>const response = await </a:t>
            </a:r>
            <a:r>
              <a:rPr lang="en-US" dirty="0" err="1"/>
              <a:t>apifix.delete</a:t>
            </a:r>
            <a:r>
              <a:rPr lang="en-US" dirty="0"/>
              <a:t>(</a:t>
            </a:r>
          </a:p>
          <a:p>
            <a:pPr algn="ctr"/>
            <a:r>
              <a:rPr lang="en-US" dirty="0"/>
              <a:t>    `/booking/${</a:t>
            </a:r>
            <a:r>
              <a:rPr lang="en-US" dirty="0" err="1"/>
              <a:t>bookingId</a:t>
            </a:r>
            <a:r>
              <a:rPr lang="en-US" dirty="0"/>
              <a:t>}`,</a:t>
            </a:r>
          </a:p>
          <a:p>
            <a:pPr algn="ctr"/>
            <a:r>
              <a:rPr lang="en-US" dirty="0"/>
              <a:t>    {</a:t>
            </a:r>
          </a:p>
          <a:p>
            <a:pPr algn="ctr"/>
            <a:r>
              <a:rPr lang="en-US" dirty="0"/>
              <a:t>        headers: {</a:t>
            </a:r>
          </a:p>
          <a:p>
            <a:pPr algn="ctr"/>
            <a:r>
              <a:rPr lang="en-US" dirty="0"/>
              <a:t>            Cookie: `token=${token}`</a:t>
            </a:r>
          </a:p>
          <a:p>
            <a:pPr algn="ctr"/>
            <a:r>
              <a:rPr lang="en-US" dirty="0"/>
              <a:t>        }</a:t>
            </a:r>
          </a:p>
          <a:p>
            <a:pPr algn="ctr"/>
            <a:r>
              <a:rPr lang="en-US" dirty="0"/>
              <a:t>    }</a:t>
            </a:r>
          </a:p>
          <a:p>
            <a:pPr algn="ctr"/>
            <a:r>
              <a:rPr lang="en-US" dirty="0"/>
              <a:t>);</a:t>
            </a:r>
          </a:p>
          <a:p>
            <a:pPr algn="ctr"/>
            <a:endParaRPr lang="en-US" dirty="0"/>
          </a:p>
          <a:p>
            <a:pPr algn="ctr"/>
            <a:r>
              <a:rPr lang="en-US" dirty="0"/>
              <a:t>expect(</a:t>
            </a:r>
            <a:r>
              <a:rPr lang="en-US" dirty="0" err="1"/>
              <a:t>response.status</a:t>
            </a:r>
            <a:r>
              <a:rPr lang="en-US" dirty="0"/>
              <a:t>()).</a:t>
            </a:r>
            <a:r>
              <a:rPr lang="en-US" dirty="0" err="1"/>
              <a:t>toBe</a:t>
            </a:r>
            <a:r>
              <a:rPr lang="en-US" dirty="0"/>
              <a:t>(201);</a:t>
            </a:r>
          </a:p>
        </p:txBody>
      </p:sp>
    </p:spTree>
    <p:extLst>
      <p:ext uri="{BB962C8B-B14F-4D97-AF65-F5344CB8AC3E}">
        <p14:creationId xmlns:p14="http://schemas.microsoft.com/office/powerpoint/2010/main" val="21080442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CE9FAF-4C37-3B3F-D14A-6AE10D153072}"/>
              </a:ext>
            </a:extLst>
          </p:cNvPr>
          <p:cNvSpPr/>
          <p:nvPr/>
        </p:nvSpPr>
        <p:spPr>
          <a:xfrm>
            <a:off x="192024" y="0"/>
            <a:ext cx="4507992" cy="35661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Basic Auth</a:t>
            </a:r>
            <a:br>
              <a:rPr lang="en-US" dirty="0"/>
            </a:br>
            <a:br>
              <a:rPr lang="en-US" dirty="0"/>
            </a:br>
            <a:r>
              <a:rPr lang="en-US" dirty="0"/>
              <a:t>const credentials = </a:t>
            </a:r>
            <a:r>
              <a:rPr lang="en-US" dirty="0" err="1"/>
              <a:t>Buffer.from</a:t>
            </a:r>
            <a:r>
              <a:rPr lang="en-US" dirty="0"/>
              <a:t>(</a:t>
            </a:r>
          </a:p>
          <a:p>
            <a:pPr algn="ctr"/>
            <a:r>
              <a:rPr lang="en-US" dirty="0"/>
              <a:t>    `${username}:${password}`</a:t>
            </a:r>
          </a:p>
          <a:p>
            <a:pPr algn="ctr"/>
            <a:r>
              <a:rPr lang="en-US" dirty="0"/>
              <a:t>).</a:t>
            </a:r>
            <a:r>
              <a:rPr lang="en-US" dirty="0" err="1"/>
              <a:t>toString</a:t>
            </a:r>
            <a:r>
              <a:rPr lang="en-US" dirty="0"/>
              <a:t>('base64');</a:t>
            </a:r>
          </a:p>
          <a:p>
            <a:pPr algn="ctr"/>
            <a:endParaRPr lang="en-US" dirty="0"/>
          </a:p>
          <a:p>
            <a:pPr algn="ctr"/>
            <a:r>
              <a:rPr lang="en-US" dirty="0"/>
              <a:t>const response = await </a:t>
            </a:r>
            <a:r>
              <a:rPr lang="en-US" dirty="0" err="1"/>
              <a:t>request.get</a:t>
            </a:r>
            <a:r>
              <a:rPr lang="en-US" dirty="0"/>
              <a:t>('/protected', {</a:t>
            </a:r>
          </a:p>
          <a:p>
            <a:pPr algn="ctr"/>
            <a:r>
              <a:rPr lang="en-US" dirty="0"/>
              <a:t>    headers: {</a:t>
            </a:r>
          </a:p>
          <a:p>
            <a:pPr algn="ctr"/>
            <a:r>
              <a:rPr lang="en-US" dirty="0"/>
              <a:t>        Authorization: `Basic ${credentials}`</a:t>
            </a:r>
          </a:p>
          <a:p>
            <a:pPr algn="ctr"/>
            <a:r>
              <a:rPr lang="en-US" dirty="0"/>
              <a:t>    }</a:t>
            </a:r>
          </a:p>
          <a:p>
            <a:pPr algn="ctr"/>
            <a:r>
              <a:rPr lang="en-US" dirty="0"/>
              <a:t>});</a:t>
            </a:r>
          </a:p>
        </p:txBody>
      </p:sp>
      <p:sp>
        <p:nvSpPr>
          <p:cNvPr id="5" name="Rectangle 4">
            <a:extLst>
              <a:ext uri="{FF2B5EF4-FFF2-40B4-BE49-F238E27FC236}">
                <a16:creationId xmlns:a16="http://schemas.microsoft.com/office/drawing/2014/main" id="{F65E0278-5009-1E76-A961-06BF730254E9}"/>
              </a:ext>
            </a:extLst>
          </p:cNvPr>
          <p:cNvSpPr/>
          <p:nvPr/>
        </p:nvSpPr>
        <p:spPr>
          <a:xfrm>
            <a:off x="9339072" y="0"/>
            <a:ext cx="2660904" cy="30632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Bearer token</a:t>
            </a:r>
          </a:p>
          <a:p>
            <a:br>
              <a:rPr lang="en-US" dirty="0"/>
            </a:br>
            <a:r>
              <a:rPr lang="en-US" dirty="0"/>
              <a:t>const response = await </a:t>
            </a:r>
            <a:r>
              <a:rPr lang="en-US" dirty="0" err="1"/>
              <a:t>request.get</a:t>
            </a:r>
            <a:r>
              <a:rPr lang="en-US" dirty="0"/>
              <a:t>('/protected', {</a:t>
            </a:r>
          </a:p>
          <a:p>
            <a:r>
              <a:rPr lang="en-US" dirty="0"/>
              <a:t>    headers: {</a:t>
            </a:r>
          </a:p>
          <a:p>
            <a:r>
              <a:rPr lang="en-US" dirty="0"/>
              <a:t>        Authorization: `Bearer ${</a:t>
            </a:r>
            <a:r>
              <a:rPr lang="en-US" dirty="0" err="1"/>
              <a:t>accessToken</a:t>
            </a:r>
            <a:r>
              <a:rPr lang="en-US" dirty="0"/>
              <a:t>}`</a:t>
            </a:r>
          </a:p>
          <a:p>
            <a:r>
              <a:rPr lang="en-US" dirty="0"/>
              <a:t>    }</a:t>
            </a:r>
          </a:p>
          <a:p>
            <a:r>
              <a:rPr lang="en-US" dirty="0"/>
              <a:t>});</a:t>
            </a:r>
          </a:p>
        </p:txBody>
      </p:sp>
      <p:sp>
        <p:nvSpPr>
          <p:cNvPr id="6" name="Rectangle 5">
            <a:extLst>
              <a:ext uri="{FF2B5EF4-FFF2-40B4-BE49-F238E27FC236}">
                <a16:creationId xmlns:a16="http://schemas.microsoft.com/office/drawing/2014/main" id="{C9F93D53-B262-2DB6-2E8A-B894AAE106DC}"/>
              </a:ext>
            </a:extLst>
          </p:cNvPr>
          <p:cNvSpPr/>
          <p:nvPr/>
        </p:nvSpPr>
        <p:spPr>
          <a:xfrm>
            <a:off x="4983480" y="73152"/>
            <a:ext cx="3803904" cy="31729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API Key</a:t>
            </a:r>
          </a:p>
          <a:p>
            <a:pPr algn="ctr"/>
            <a:endParaRPr lang="en-US" dirty="0"/>
          </a:p>
          <a:p>
            <a:pPr algn="ctr"/>
            <a:endParaRPr lang="en-US" dirty="0"/>
          </a:p>
          <a:p>
            <a:pPr algn="ctr"/>
            <a:r>
              <a:rPr lang="en-US" dirty="0"/>
              <a:t>const response = await </a:t>
            </a:r>
            <a:r>
              <a:rPr lang="en-US" dirty="0" err="1"/>
              <a:t>request.get</a:t>
            </a:r>
            <a:r>
              <a:rPr lang="en-US" dirty="0"/>
              <a:t>('/protected', {</a:t>
            </a:r>
          </a:p>
          <a:p>
            <a:pPr algn="ctr"/>
            <a:r>
              <a:rPr lang="en-US" dirty="0"/>
              <a:t>    headers: {</a:t>
            </a:r>
          </a:p>
          <a:p>
            <a:pPr algn="ctr"/>
            <a:r>
              <a:rPr lang="en-US" dirty="0"/>
              <a:t>        'x-</a:t>
            </a:r>
            <a:r>
              <a:rPr lang="en-US" dirty="0" err="1"/>
              <a:t>api</a:t>
            </a:r>
            <a:r>
              <a:rPr lang="en-US" dirty="0"/>
              <a:t>-key': </a:t>
            </a:r>
            <a:r>
              <a:rPr lang="en-US" dirty="0" err="1"/>
              <a:t>process.env.API_KEY</a:t>
            </a:r>
            <a:endParaRPr lang="en-US" dirty="0"/>
          </a:p>
          <a:p>
            <a:pPr algn="ctr"/>
            <a:r>
              <a:rPr lang="en-US" dirty="0"/>
              <a:t>    }</a:t>
            </a:r>
          </a:p>
          <a:p>
            <a:pPr algn="ctr"/>
            <a:r>
              <a:rPr lang="en-US" dirty="0"/>
              <a:t>});</a:t>
            </a:r>
          </a:p>
        </p:txBody>
      </p:sp>
      <p:sp>
        <p:nvSpPr>
          <p:cNvPr id="7" name="Rectangle 6">
            <a:extLst>
              <a:ext uri="{FF2B5EF4-FFF2-40B4-BE49-F238E27FC236}">
                <a16:creationId xmlns:a16="http://schemas.microsoft.com/office/drawing/2014/main" id="{63B3502F-189F-7620-A631-5AE0C64136E8}"/>
              </a:ext>
            </a:extLst>
          </p:cNvPr>
          <p:cNvSpPr/>
          <p:nvPr/>
        </p:nvSpPr>
        <p:spPr>
          <a:xfrm>
            <a:off x="265176" y="3721608"/>
            <a:ext cx="4315968" cy="29809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Cookie authentication</a:t>
            </a:r>
          </a:p>
          <a:p>
            <a:pPr algn="ctr"/>
            <a:br>
              <a:rPr lang="en-US" dirty="0"/>
            </a:br>
            <a:r>
              <a:rPr lang="en-US" dirty="0"/>
              <a:t>const response = await </a:t>
            </a:r>
            <a:r>
              <a:rPr lang="en-US" dirty="0" err="1"/>
              <a:t>request.patch</a:t>
            </a:r>
            <a:r>
              <a:rPr lang="en-US" dirty="0"/>
              <a:t>('/booking/123', {</a:t>
            </a:r>
          </a:p>
          <a:p>
            <a:pPr algn="ctr"/>
            <a:r>
              <a:rPr lang="en-US" dirty="0"/>
              <a:t>    headers: {</a:t>
            </a:r>
          </a:p>
          <a:p>
            <a:pPr algn="ctr"/>
            <a:r>
              <a:rPr lang="en-US" dirty="0"/>
              <a:t>        Cookie: `token=${token}`</a:t>
            </a:r>
          </a:p>
          <a:p>
            <a:pPr algn="ctr"/>
            <a:r>
              <a:rPr lang="en-US" dirty="0"/>
              <a:t>    },</a:t>
            </a:r>
          </a:p>
          <a:p>
            <a:pPr algn="ctr"/>
            <a:r>
              <a:rPr lang="en-US" dirty="0"/>
              <a:t>    data: {</a:t>
            </a:r>
          </a:p>
          <a:p>
            <a:pPr algn="ctr"/>
            <a:r>
              <a:rPr lang="en-US" dirty="0"/>
              <a:t>        </a:t>
            </a:r>
            <a:r>
              <a:rPr lang="en-US" dirty="0" err="1"/>
              <a:t>firstname</a:t>
            </a:r>
            <a:r>
              <a:rPr lang="en-US" dirty="0"/>
              <a:t>: 'Harish'</a:t>
            </a:r>
          </a:p>
          <a:p>
            <a:pPr algn="ctr"/>
            <a:r>
              <a:rPr lang="en-US" dirty="0"/>
              <a:t>    }</a:t>
            </a:r>
          </a:p>
          <a:p>
            <a:pPr algn="ctr"/>
            <a:r>
              <a:rPr lang="en-US" dirty="0"/>
              <a:t>});</a:t>
            </a:r>
          </a:p>
        </p:txBody>
      </p:sp>
      <p:sp>
        <p:nvSpPr>
          <p:cNvPr id="8" name="Rectangle 7">
            <a:extLst>
              <a:ext uri="{FF2B5EF4-FFF2-40B4-BE49-F238E27FC236}">
                <a16:creationId xmlns:a16="http://schemas.microsoft.com/office/drawing/2014/main" id="{B406FA81-BDD3-63EC-C898-DE30BCB531F0}"/>
              </a:ext>
            </a:extLst>
          </p:cNvPr>
          <p:cNvSpPr/>
          <p:nvPr/>
        </p:nvSpPr>
        <p:spPr>
          <a:xfrm>
            <a:off x="5221224" y="3566160"/>
            <a:ext cx="3383280" cy="2962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OAuth 2.0</a:t>
            </a:r>
          </a:p>
          <a:p>
            <a:pPr algn="ctr"/>
            <a:endParaRPr lang="en-US" dirty="0"/>
          </a:p>
          <a:p>
            <a:pPr algn="ctr"/>
            <a:r>
              <a:rPr lang="en-US" dirty="0"/>
              <a:t>const response = await </a:t>
            </a:r>
            <a:r>
              <a:rPr lang="en-US" dirty="0" err="1"/>
              <a:t>request.get</a:t>
            </a:r>
            <a:r>
              <a:rPr lang="en-US" dirty="0"/>
              <a:t>('/protected', {</a:t>
            </a:r>
          </a:p>
          <a:p>
            <a:pPr algn="ctr"/>
            <a:r>
              <a:rPr lang="en-US" dirty="0"/>
              <a:t>    headers: {</a:t>
            </a:r>
          </a:p>
          <a:p>
            <a:pPr algn="ctr"/>
            <a:r>
              <a:rPr lang="en-US" dirty="0"/>
              <a:t>        Authorization: `Bearer ${</a:t>
            </a:r>
            <a:r>
              <a:rPr lang="en-US" dirty="0" err="1"/>
              <a:t>accessToken</a:t>
            </a:r>
            <a:r>
              <a:rPr lang="en-US" dirty="0"/>
              <a:t>}`</a:t>
            </a:r>
          </a:p>
          <a:p>
            <a:pPr algn="ctr"/>
            <a:r>
              <a:rPr lang="en-US" dirty="0"/>
              <a:t>    }</a:t>
            </a:r>
          </a:p>
          <a:p>
            <a:pPr algn="ctr"/>
            <a:r>
              <a:rPr lang="en-US" dirty="0"/>
              <a:t>});</a:t>
            </a:r>
          </a:p>
        </p:txBody>
      </p:sp>
      <p:sp>
        <p:nvSpPr>
          <p:cNvPr id="9" name="Rectangle 8">
            <a:extLst>
              <a:ext uri="{FF2B5EF4-FFF2-40B4-BE49-F238E27FC236}">
                <a16:creationId xmlns:a16="http://schemas.microsoft.com/office/drawing/2014/main" id="{CE8D101F-9AA2-F195-1218-62054BA8F43D}"/>
              </a:ext>
            </a:extLst>
          </p:cNvPr>
          <p:cNvSpPr/>
          <p:nvPr/>
        </p:nvSpPr>
        <p:spPr>
          <a:xfrm>
            <a:off x="9454896" y="3502152"/>
            <a:ext cx="2545080" cy="27523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JWT</a:t>
            </a:r>
          </a:p>
          <a:p>
            <a:pPr algn="ctr"/>
            <a:endParaRPr lang="en-US" dirty="0"/>
          </a:p>
          <a:p>
            <a:pPr algn="ctr"/>
            <a:r>
              <a:rPr lang="en-US" dirty="0"/>
              <a:t>headers: {</a:t>
            </a:r>
          </a:p>
          <a:p>
            <a:pPr algn="ctr"/>
            <a:r>
              <a:rPr lang="en-US" dirty="0"/>
              <a:t>    Authorization: `Bearer ${</a:t>
            </a:r>
            <a:r>
              <a:rPr lang="en-US" dirty="0" err="1"/>
              <a:t>jwtToken</a:t>
            </a:r>
            <a:r>
              <a:rPr lang="en-US" dirty="0"/>
              <a:t>}`</a:t>
            </a:r>
          </a:p>
          <a:p>
            <a:pPr algn="ctr"/>
            <a:r>
              <a:rPr lang="en-US" dirty="0"/>
              <a:t>}</a:t>
            </a:r>
          </a:p>
        </p:txBody>
      </p:sp>
    </p:spTree>
    <p:extLst>
      <p:ext uri="{BB962C8B-B14F-4D97-AF65-F5344CB8AC3E}">
        <p14:creationId xmlns:p14="http://schemas.microsoft.com/office/powerpoint/2010/main" val="30860384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40016F-7ED6-594D-87A6-20D569D0AC0E}"/>
              </a:ext>
            </a:extLst>
          </p:cNvPr>
          <p:cNvSpPr/>
          <p:nvPr/>
        </p:nvSpPr>
        <p:spPr>
          <a:xfrm>
            <a:off x="100584" y="155448"/>
            <a:ext cx="11396472" cy="66202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br>
              <a:rPr lang="en-US" sz="800" dirty="0"/>
            </a:br>
            <a:endParaRPr lang="en-US" sz="800" dirty="0"/>
          </a:p>
          <a:p>
            <a:r>
              <a:rPr lang="en-US" sz="800" dirty="0"/>
              <a:t>import { test, expect } from '../../</a:t>
            </a:r>
            <a:r>
              <a:rPr lang="en-US" sz="800" dirty="0" err="1"/>
              <a:t>customfixture</a:t>
            </a:r>
            <a:r>
              <a:rPr lang="en-US" sz="800" dirty="0"/>
              <a:t>/apiClient.js';</a:t>
            </a:r>
          </a:p>
          <a:p>
            <a:r>
              <a:rPr lang="en-US" sz="800" dirty="0"/>
              <a:t>import { </a:t>
            </a:r>
            <a:r>
              <a:rPr lang="en-US" sz="800" dirty="0" err="1"/>
              <a:t>BookingService</a:t>
            </a:r>
            <a:r>
              <a:rPr lang="en-US" sz="800" dirty="0"/>
              <a:t> } from '../../</a:t>
            </a:r>
            <a:r>
              <a:rPr lang="en-US" sz="800" dirty="0" err="1"/>
              <a:t>api</a:t>
            </a:r>
            <a:r>
              <a:rPr lang="en-US" sz="800" dirty="0"/>
              <a:t>/service/bookingService.js';</a:t>
            </a:r>
          </a:p>
          <a:p>
            <a:r>
              <a:rPr lang="en-US" sz="800" dirty="0"/>
              <a:t>import { </a:t>
            </a:r>
            <a:r>
              <a:rPr lang="en-US" sz="800" dirty="0" err="1"/>
              <a:t>validateSchema</a:t>
            </a:r>
            <a:r>
              <a:rPr lang="en-US" sz="800" dirty="0"/>
              <a:t> } from '../../utility/schemaValidator.js';</a:t>
            </a:r>
          </a:p>
          <a:p>
            <a:r>
              <a:rPr lang="en-US" sz="800" dirty="0"/>
              <a:t>import </a:t>
            </a:r>
            <a:r>
              <a:rPr lang="en-US" sz="800" dirty="0" err="1"/>
              <a:t>createBookingSchema</a:t>
            </a:r>
            <a:r>
              <a:rPr lang="en-US" sz="800" dirty="0"/>
              <a:t> from '../../</a:t>
            </a:r>
            <a:r>
              <a:rPr lang="en-US" sz="800" dirty="0" err="1"/>
              <a:t>api</a:t>
            </a:r>
            <a:r>
              <a:rPr lang="en-US" sz="800" dirty="0"/>
              <a:t>/schema/create-</a:t>
            </a:r>
            <a:r>
              <a:rPr lang="en-US" sz="800" dirty="0" err="1"/>
              <a:t>booking.schema.json</a:t>
            </a:r>
            <a:r>
              <a:rPr lang="en-US" sz="800" dirty="0"/>
              <a:t>'</a:t>
            </a:r>
          </a:p>
          <a:p>
            <a:r>
              <a:rPr lang="en-US" sz="800" dirty="0"/>
              <a:t>    with { type: '</a:t>
            </a:r>
            <a:r>
              <a:rPr lang="en-US" sz="800" dirty="0" err="1"/>
              <a:t>json</a:t>
            </a:r>
            <a:r>
              <a:rPr lang="en-US" sz="800" dirty="0"/>
              <a:t>' };</a:t>
            </a:r>
          </a:p>
          <a:p>
            <a:br>
              <a:rPr lang="en-US" sz="800" dirty="0"/>
            </a:br>
            <a:endParaRPr lang="en-US" sz="800" dirty="0"/>
          </a:p>
          <a:p>
            <a:r>
              <a:rPr lang="en-US" sz="800" dirty="0"/>
              <a:t>test('Positive - create booking and validate response', async ({ </a:t>
            </a:r>
            <a:r>
              <a:rPr lang="en-US" sz="800" dirty="0" err="1"/>
              <a:t>apifix</a:t>
            </a:r>
            <a:r>
              <a:rPr lang="en-US" sz="800" dirty="0"/>
              <a:t> }) =&gt; {</a:t>
            </a:r>
          </a:p>
          <a:p>
            <a:r>
              <a:rPr lang="en-US" sz="800" dirty="0"/>
              <a:t>    const </a:t>
            </a:r>
            <a:r>
              <a:rPr lang="en-US" sz="800" dirty="0" err="1"/>
              <a:t>bookingService</a:t>
            </a:r>
            <a:r>
              <a:rPr lang="en-US" sz="800" dirty="0"/>
              <a:t> = new </a:t>
            </a:r>
            <a:r>
              <a:rPr lang="en-US" sz="800" dirty="0" err="1"/>
              <a:t>BookingService</a:t>
            </a:r>
            <a:r>
              <a:rPr lang="en-US" sz="800" dirty="0"/>
              <a:t>(</a:t>
            </a:r>
            <a:r>
              <a:rPr lang="en-US" sz="800" dirty="0" err="1"/>
              <a:t>apifix</a:t>
            </a:r>
            <a:r>
              <a:rPr lang="en-US" sz="800" dirty="0"/>
              <a:t>);</a:t>
            </a:r>
          </a:p>
          <a:p>
            <a:br>
              <a:rPr lang="en-US" sz="800" dirty="0"/>
            </a:br>
            <a:endParaRPr lang="en-US" sz="800" dirty="0"/>
          </a:p>
          <a:p>
            <a:r>
              <a:rPr lang="en-US" sz="800" dirty="0"/>
              <a:t>    const booking = {</a:t>
            </a:r>
          </a:p>
          <a:p>
            <a:r>
              <a:rPr lang="en-US" sz="800" dirty="0"/>
              <a:t>        </a:t>
            </a:r>
            <a:r>
              <a:rPr lang="en-US" sz="800" dirty="0" err="1"/>
              <a:t>firstname</a:t>
            </a:r>
            <a:r>
              <a:rPr lang="en-US" sz="800" dirty="0"/>
              <a:t>: 'Harish',</a:t>
            </a:r>
          </a:p>
          <a:p>
            <a:r>
              <a:rPr lang="en-US" sz="800" dirty="0"/>
              <a:t>        </a:t>
            </a:r>
            <a:r>
              <a:rPr lang="en-US" sz="800" dirty="0" err="1"/>
              <a:t>lastname</a:t>
            </a:r>
            <a:r>
              <a:rPr lang="en-US" sz="800" dirty="0"/>
              <a:t>: 'Baskar',</a:t>
            </a:r>
          </a:p>
          <a:p>
            <a:r>
              <a:rPr lang="en-US" sz="800" dirty="0"/>
              <a:t>        </a:t>
            </a:r>
            <a:r>
              <a:rPr lang="en-US" sz="800" dirty="0" err="1"/>
              <a:t>totalprice</a:t>
            </a:r>
            <a:r>
              <a:rPr lang="en-US" sz="800" dirty="0"/>
              <a:t>: 1500,</a:t>
            </a:r>
          </a:p>
          <a:p>
            <a:r>
              <a:rPr lang="en-US" sz="800" dirty="0"/>
              <a:t>        </a:t>
            </a:r>
            <a:r>
              <a:rPr lang="en-US" sz="800" dirty="0" err="1"/>
              <a:t>depositpaid</a:t>
            </a:r>
            <a:r>
              <a:rPr lang="en-US" sz="800" dirty="0"/>
              <a:t>: true,</a:t>
            </a:r>
          </a:p>
          <a:p>
            <a:r>
              <a:rPr lang="en-US" sz="800" dirty="0"/>
              <a:t>        </a:t>
            </a:r>
            <a:r>
              <a:rPr lang="en-US" sz="800" dirty="0" err="1"/>
              <a:t>bookingdates</a:t>
            </a:r>
            <a:r>
              <a:rPr lang="en-US" sz="800" dirty="0"/>
              <a:t>: {</a:t>
            </a:r>
          </a:p>
          <a:p>
            <a:r>
              <a:rPr lang="en-US" sz="800" dirty="0"/>
              <a:t>            </a:t>
            </a:r>
            <a:r>
              <a:rPr lang="en-US" sz="800" dirty="0" err="1"/>
              <a:t>checkin</a:t>
            </a:r>
            <a:r>
              <a:rPr lang="en-US" sz="800" dirty="0"/>
              <a:t>: '2026-11-01',</a:t>
            </a:r>
          </a:p>
          <a:p>
            <a:r>
              <a:rPr lang="en-US" sz="800" dirty="0"/>
              <a:t>            checkout: '2026-11-05'</a:t>
            </a:r>
          </a:p>
          <a:p>
            <a:r>
              <a:rPr lang="en-US" sz="800" dirty="0"/>
              <a:t>        },</a:t>
            </a:r>
          </a:p>
          <a:p>
            <a:r>
              <a:rPr lang="en-US" sz="800" dirty="0"/>
              <a:t>        </a:t>
            </a:r>
            <a:r>
              <a:rPr lang="en-US" sz="800" dirty="0" err="1"/>
              <a:t>additionalneeds</a:t>
            </a:r>
            <a:r>
              <a:rPr lang="en-US" sz="800" dirty="0"/>
              <a:t>: 'Breakfast'</a:t>
            </a:r>
          </a:p>
          <a:p>
            <a:r>
              <a:rPr lang="en-US" sz="800" dirty="0"/>
              <a:t>    };</a:t>
            </a:r>
          </a:p>
          <a:p>
            <a:br>
              <a:rPr lang="en-US" sz="800" dirty="0"/>
            </a:br>
            <a:endParaRPr lang="en-US" sz="800" dirty="0"/>
          </a:p>
          <a:p>
            <a:r>
              <a:rPr lang="en-US" sz="800" dirty="0"/>
              <a:t>    const response = await </a:t>
            </a:r>
            <a:r>
              <a:rPr lang="en-US" sz="800" dirty="0" err="1"/>
              <a:t>bookingService.createBooking</a:t>
            </a:r>
            <a:r>
              <a:rPr lang="en-US" sz="800" dirty="0"/>
              <a:t>(booking);</a:t>
            </a:r>
          </a:p>
          <a:p>
            <a:br>
              <a:rPr lang="en-US" sz="800" dirty="0"/>
            </a:br>
            <a:endParaRPr lang="en-US" sz="800" dirty="0"/>
          </a:p>
          <a:p>
            <a:r>
              <a:rPr lang="en-US" sz="800" dirty="0"/>
              <a:t>    // 1. Status code validation</a:t>
            </a:r>
          </a:p>
          <a:p>
            <a:r>
              <a:rPr lang="en-US" sz="800" dirty="0"/>
              <a:t>    expect(</a:t>
            </a:r>
            <a:r>
              <a:rPr lang="en-US" sz="800" dirty="0" err="1"/>
              <a:t>response.status</a:t>
            </a:r>
            <a:r>
              <a:rPr lang="en-US" sz="800" dirty="0"/>
              <a:t>()).</a:t>
            </a:r>
            <a:r>
              <a:rPr lang="en-US" sz="800" dirty="0" err="1"/>
              <a:t>toBe</a:t>
            </a:r>
            <a:r>
              <a:rPr lang="en-US" sz="800" dirty="0"/>
              <a:t>(200);</a:t>
            </a:r>
          </a:p>
          <a:p>
            <a:br>
              <a:rPr lang="en-US" sz="800" dirty="0"/>
            </a:br>
            <a:endParaRPr lang="en-US" sz="800" dirty="0"/>
          </a:p>
          <a:p>
            <a:r>
              <a:rPr lang="en-US" sz="800" dirty="0"/>
              <a:t>    // 2. Response header validation</a:t>
            </a:r>
          </a:p>
          <a:p>
            <a:r>
              <a:rPr lang="en-US" sz="800" dirty="0"/>
              <a:t>    expect(</a:t>
            </a:r>
            <a:r>
              <a:rPr lang="en-US" sz="800" dirty="0" err="1"/>
              <a:t>response.headers</a:t>
            </a:r>
            <a:r>
              <a:rPr lang="en-US" sz="800" dirty="0"/>
              <a:t>()['content-type'])</a:t>
            </a:r>
          </a:p>
          <a:p>
            <a:r>
              <a:rPr lang="en-US" sz="800" dirty="0"/>
              <a:t>        .</a:t>
            </a:r>
            <a:r>
              <a:rPr lang="en-US" sz="800" dirty="0" err="1"/>
              <a:t>toContain</a:t>
            </a:r>
            <a:r>
              <a:rPr lang="en-US" sz="800" dirty="0"/>
              <a:t>('application/</a:t>
            </a:r>
            <a:r>
              <a:rPr lang="en-US" sz="800" dirty="0" err="1"/>
              <a:t>json</a:t>
            </a:r>
            <a:r>
              <a:rPr lang="en-US" sz="800" dirty="0"/>
              <a:t>');</a:t>
            </a:r>
          </a:p>
          <a:p>
            <a:br>
              <a:rPr lang="en-US" sz="800" dirty="0"/>
            </a:br>
            <a:endParaRPr lang="en-US" sz="800" dirty="0"/>
          </a:p>
          <a:p>
            <a:r>
              <a:rPr lang="en-US" sz="800" dirty="0"/>
              <a:t>    const body = await </a:t>
            </a:r>
            <a:r>
              <a:rPr lang="en-US" sz="800" dirty="0" err="1"/>
              <a:t>response.json</a:t>
            </a:r>
            <a:r>
              <a:rPr lang="en-US" sz="800" dirty="0"/>
              <a:t>();</a:t>
            </a:r>
          </a:p>
          <a:p>
            <a:br>
              <a:rPr lang="en-US" sz="800" dirty="0"/>
            </a:br>
            <a:endParaRPr lang="en-US" sz="800" dirty="0"/>
          </a:p>
          <a:p>
            <a:r>
              <a:rPr lang="en-US" sz="800" dirty="0"/>
              <a:t>    // 3. Schema validation</a:t>
            </a:r>
          </a:p>
          <a:p>
            <a:r>
              <a:rPr lang="en-US" sz="800" dirty="0"/>
              <a:t>    </a:t>
            </a:r>
            <a:r>
              <a:rPr lang="en-US" sz="800" dirty="0" err="1"/>
              <a:t>validateSchema</a:t>
            </a:r>
            <a:r>
              <a:rPr lang="en-US" sz="800" dirty="0"/>
              <a:t>(body, </a:t>
            </a:r>
            <a:r>
              <a:rPr lang="en-US" sz="800" dirty="0" err="1"/>
              <a:t>createBookingSchema</a:t>
            </a:r>
            <a:r>
              <a:rPr lang="en-US" sz="800" dirty="0"/>
              <a:t>);</a:t>
            </a:r>
          </a:p>
          <a:p>
            <a:br>
              <a:rPr lang="en-US" sz="800" dirty="0"/>
            </a:br>
            <a:endParaRPr lang="en-US" sz="800" dirty="0"/>
          </a:p>
          <a:p>
            <a:r>
              <a:rPr lang="en-US" sz="800" dirty="0"/>
              <a:t>    // 4. Response body validation</a:t>
            </a:r>
          </a:p>
          <a:p>
            <a:r>
              <a:rPr lang="en-US" sz="800" dirty="0"/>
              <a:t>    expect(</a:t>
            </a:r>
            <a:r>
              <a:rPr lang="en-US" sz="800" dirty="0" err="1"/>
              <a:t>body.bookingid</a:t>
            </a:r>
            <a:r>
              <a:rPr lang="en-US" sz="800" dirty="0"/>
              <a:t>).</a:t>
            </a:r>
            <a:r>
              <a:rPr lang="en-US" sz="800" dirty="0" err="1"/>
              <a:t>toBeTruthy</a:t>
            </a:r>
            <a:r>
              <a:rPr lang="en-US" sz="800" dirty="0"/>
              <a:t>();</a:t>
            </a:r>
          </a:p>
          <a:p>
            <a:r>
              <a:rPr lang="en-US" sz="800" dirty="0"/>
              <a:t>    expect(</a:t>
            </a:r>
            <a:r>
              <a:rPr lang="en-US" sz="800" dirty="0" err="1"/>
              <a:t>body.booking.firstname</a:t>
            </a:r>
            <a:r>
              <a:rPr lang="en-US" sz="800" dirty="0"/>
              <a:t>).</a:t>
            </a:r>
            <a:r>
              <a:rPr lang="en-US" sz="800" dirty="0" err="1"/>
              <a:t>toBe</a:t>
            </a:r>
            <a:r>
              <a:rPr lang="en-US" sz="800" dirty="0"/>
              <a:t>(</a:t>
            </a:r>
            <a:r>
              <a:rPr lang="en-US" sz="800" dirty="0" err="1"/>
              <a:t>booking.firstname</a:t>
            </a:r>
            <a:r>
              <a:rPr lang="en-US" sz="800" dirty="0"/>
              <a:t>);</a:t>
            </a:r>
          </a:p>
          <a:p>
            <a:r>
              <a:rPr lang="en-US" sz="800" dirty="0"/>
              <a:t>    expect(</a:t>
            </a:r>
            <a:r>
              <a:rPr lang="en-US" sz="800" dirty="0" err="1"/>
              <a:t>body.booking.lastname</a:t>
            </a:r>
            <a:r>
              <a:rPr lang="en-US" sz="800" dirty="0"/>
              <a:t>).</a:t>
            </a:r>
            <a:r>
              <a:rPr lang="en-US" sz="800" dirty="0" err="1"/>
              <a:t>toBe</a:t>
            </a:r>
            <a:r>
              <a:rPr lang="en-US" sz="800" dirty="0"/>
              <a:t>(</a:t>
            </a:r>
            <a:r>
              <a:rPr lang="en-US" sz="800" dirty="0" err="1"/>
              <a:t>booking.lastname</a:t>
            </a:r>
            <a:r>
              <a:rPr lang="en-US" sz="800" dirty="0"/>
              <a:t>);</a:t>
            </a:r>
          </a:p>
          <a:p>
            <a:r>
              <a:rPr lang="en-US" sz="800" dirty="0"/>
              <a:t>    expect(</a:t>
            </a:r>
            <a:r>
              <a:rPr lang="en-US" sz="800" dirty="0" err="1"/>
              <a:t>body.booking.totalprice</a:t>
            </a:r>
            <a:r>
              <a:rPr lang="en-US" sz="800" dirty="0"/>
              <a:t>).</a:t>
            </a:r>
            <a:r>
              <a:rPr lang="en-US" sz="800" dirty="0" err="1"/>
              <a:t>toBe</a:t>
            </a:r>
            <a:r>
              <a:rPr lang="en-US" sz="800" dirty="0"/>
              <a:t>(</a:t>
            </a:r>
            <a:r>
              <a:rPr lang="en-US" sz="800" dirty="0" err="1"/>
              <a:t>booking.totalprice</a:t>
            </a:r>
            <a:r>
              <a:rPr lang="en-US" sz="800" dirty="0"/>
              <a:t>);</a:t>
            </a:r>
          </a:p>
          <a:p>
            <a:r>
              <a:rPr lang="en-US" sz="800" dirty="0"/>
              <a:t>    expect(</a:t>
            </a:r>
            <a:r>
              <a:rPr lang="en-US" sz="800" dirty="0" err="1"/>
              <a:t>body.booking.depositpaid</a:t>
            </a:r>
            <a:r>
              <a:rPr lang="en-US" sz="800" dirty="0"/>
              <a:t>).</a:t>
            </a:r>
            <a:r>
              <a:rPr lang="en-US" sz="800" dirty="0" err="1"/>
              <a:t>toBe</a:t>
            </a:r>
            <a:r>
              <a:rPr lang="en-US" sz="800" dirty="0"/>
              <a:t>(</a:t>
            </a:r>
            <a:r>
              <a:rPr lang="en-US" sz="800" dirty="0" err="1"/>
              <a:t>booking.depositpaid</a:t>
            </a:r>
            <a:r>
              <a:rPr lang="en-US" sz="800" dirty="0"/>
              <a:t>);</a:t>
            </a:r>
          </a:p>
          <a:p>
            <a:r>
              <a:rPr lang="en-US" sz="800" dirty="0"/>
              <a:t>    expect(</a:t>
            </a:r>
            <a:r>
              <a:rPr lang="en-US" sz="800" dirty="0" err="1"/>
              <a:t>body.booking.bookingdates</a:t>
            </a:r>
            <a:r>
              <a:rPr lang="en-US" sz="800" dirty="0"/>
              <a:t>).</a:t>
            </a:r>
            <a:r>
              <a:rPr lang="en-US" sz="800" dirty="0" err="1"/>
              <a:t>toEqual</a:t>
            </a:r>
            <a:r>
              <a:rPr lang="en-US" sz="800" dirty="0"/>
              <a:t>(</a:t>
            </a:r>
            <a:r>
              <a:rPr lang="en-US" sz="800" dirty="0" err="1"/>
              <a:t>booking.bookingdates</a:t>
            </a:r>
            <a:r>
              <a:rPr lang="en-US" sz="800" dirty="0"/>
              <a:t>);</a:t>
            </a:r>
          </a:p>
          <a:p>
            <a:r>
              <a:rPr lang="en-US" sz="800" dirty="0"/>
              <a:t>    expect(</a:t>
            </a:r>
            <a:r>
              <a:rPr lang="en-US" sz="800" dirty="0" err="1"/>
              <a:t>body.booking.additionalneeds</a:t>
            </a:r>
            <a:r>
              <a:rPr lang="en-US" sz="800" dirty="0"/>
              <a:t>).</a:t>
            </a:r>
            <a:r>
              <a:rPr lang="en-US" sz="800" dirty="0" err="1"/>
              <a:t>toBe</a:t>
            </a:r>
            <a:r>
              <a:rPr lang="en-US" sz="800" dirty="0"/>
              <a:t>(</a:t>
            </a:r>
            <a:r>
              <a:rPr lang="en-US" sz="800" dirty="0" err="1"/>
              <a:t>booking.additionalneeds</a:t>
            </a:r>
            <a:r>
              <a:rPr lang="en-US" sz="800" dirty="0"/>
              <a:t>);</a:t>
            </a:r>
          </a:p>
          <a:p>
            <a:r>
              <a:rPr lang="en-US" sz="800" dirty="0"/>
              <a:t>});</a:t>
            </a:r>
          </a:p>
          <a:p>
            <a:br>
              <a:rPr lang="en-US" sz="800" dirty="0"/>
            </a:br>
            <a:endParaRPr lang="en-US" sz="800" dirty="0"/>
          </a:p>
          <a:p>
            <a:pPr algn="ctr"/>
            <a:endParaRPr lang="en-US" sz="800" dirty="0"/>
          </a:p>
        </p:txBody>
      </p:sp>
      <p:sp>
        <p:nvSpPr>
          <p:cNvPr id="3" name="Oval 2">
            <a:extLst>
              <a:ext uri="{FF2B5EF4-FFF2-40B4-BE49-F238E27FC236}">
                <a16:creationId xmlns:a16="http://schemas.microsoft.com/office/drawing/2014/main" id="{8CFF5C16-5FA3-A473-74BD-163A94F676BC}"/>
              </a:ext>
            </a:extLst>
          </p:cNvPr>
          <p:cNvSpPr/>
          <p:nvPr/>
        </p:nvSpPr>
        <p:spPr>
          <a:xfrm>
            <a:off x="4608576" y="1133856"/>
            <a:ext cx="3145536" cy="1490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Postive</a:t>
            </a:r>
            <a:r>
              <a:rPr lang="en-US" dirty="0"/>
              <a:t> validations</a:t>
            </a:r>
          </a:p>
        </p:txBody>
      </p:sp>
    </p:spTree>
    <p:extLst>
      <p:ext uri="{BB962C8B-B14F-4D97-AF65-F5344CB8AC3E}">
        <p14:creationId xmlns:p14="http://schemas.microsoft.com/office/powerpoint/2010/main" val="40431042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60D2AF-1AB2-3111-D0A4-AE2E44F2B0F0}"/>
              </a:ext>
            </a:extLst>
          </p:cNvPr>
          <p:cNvSpPr/>
          <p:nvPr/>
        </p:nvSpPr>
        <p:spPr>
          <a:xfrm>
            <a:off x="374904" y="256032"/>
            <a:ext cx="9217152" cy="6510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br>
              <a:rPr lang="en-US" dirty="0"/>
            </a:br>
            <a:endParaRPr lang="en-US" dirty="0"/>
          </a:p>
          <a:p>
            <a:r>
              <a:rPr lang="en-US" dirty="0"/>
              <a:t>import { test, expect } from '../../</a:t>
            </a:r>
            <a:r>
              <a:rPr lang="en-US" dirty="0" err="1"/>
              <a:t>customfixture</a:t>
            </a:r>
            <a:r>
              <a:rPr lang="en-US" dirty="0"/>
              <a:t>/apiClient.js';</a:t>
            </a:r>
          </a:p>
          <a:p>
            <a:r>
              <a:rPr lang="en-US" dirty="0"/>
              <a:t>import { </a:t>
            </a:r>
            <a:r>
              <a:rPr lang="en-US" dirty="0" err="1"/>
              <a:t>BookingService</a:t>
            </a:r>
            <a:r>
              <a:rPr lang="en-US" dirty="0"/>
              <a:t> } from '../../</a:t>
            </a:r>
            <a:r>
              <a:rPr lang="en-US" dirty="0" err="1"/>
              <a:t>api</a:t>
            </a:r>
            <a:r>
              <a:rPr lang="en-US" dirty="0"/>
              <a:t>/service/bookingService.js';</a:t>
            </a:r>
          </a:p>
          <a:p>
            <a:br>
              <a:rPr lang="en-US" dirty="0"/>
            </a:br>
            <a:endParaRPr lang="en-US" dirty="0"/>
          </a:p>
          <a:p>
            <a:r>
              <a:rPr lang="en-US" dirty="0"/>
              <a:t>test('Negative - GET booking with invalid ID', async ({ </a:t>
            </a:r>
            <a:r>
              <a:rPr lang="en-US" dirty="0" err="1"/>
              <a:t>apifix</a:t>
            </a:r>
            <a:r>
              <a:rPr lang="en-US" dirty="0"/>
              <a:t> }) =&gt; {</a:t>
            </a:r>
          </a:p>
          <a:p>
            <a:r>
              <a:rPr lang="en-US" dirty="0"/>
              <a:t>    const </a:t>
            </a:r>
            <a:r>
              <a:rPr lang="en-US" dirty="0" err="1"/>
              <a:t>bookingService</a:t>
            </a:r>
            <a:r>
              <a:rPr lang="en-US" dirty="0"/>
              <a:t> = new </a:t>
            </a:r>
            <a:r>
              <a:rPr lang="en-US" dirty="0" err="1"/>
              <a:t>BookingService</a:t>
            </a:r>
            <a:r>
              <a:rPr lang="en-US" dirty="0"/>
              <a:t>(</a:t>
            </a:r>
            <a:r>
              <a:rPr lang="en-US" dirty="0" err="1"/>
              <a:t>apifix</a:t>
            </a:r>
            <a:r>
              <a:rPr lang="en-US" dirty="0"/>
              <a:t>);</a:t>
            </a:r>
          </a:p>
          <a:p>
            <a:r>
              <a:rPr lang="en-US" dirty="0"/>
              <a:t>const response = await </a:t>
            </a:r>
            <a:r>
              <a:rPr lang="en-US" dirty="0" err="1"/>
              <a:t>bookingService.getBooking</a:t>
            </a:r>
            <a:r>
              <a:rPr lang="en-US" dirty="0"/>
              <a:t>(0);</a:t>
            </a:r>
          </a:p>
          <a:p>
            <a:r>
              <a:rPr lang="en-US" dirty="0"/>
              <a:t>    // 1. Status code validation</a:t>
            </a:r>
          </a:p>
          <a:p>
            <a:r>
              <a:rPr lang="en-US" dirty="0"/>
              <a:t>    expect(</a:t>
            </a:r>
            <a:r>
              <a:rPr lang="en-US" dirty="0" err="1"/>
              <a:t>response.status</a:t>
            </a:r>
            <a:r>
              <a:rPr lang="en-US" dirty="0"/>
              <a:t>()).</a:t>
            </a:r>
            <a:r>
              <a:rPr lang="en-US" dirty="0" err="1"/>
              <a:t>toBe</a:t>
            </a:r>
            <a:r>
              <a:rPr lang="en-US" dirty="0"/>
              <a:t>(404);</a:t>
            </a:r>
          </a:p>
          <a:p>
            <a:r>
              <a:rPr lang="en-US" dirty="0"/>
              <a:t>// 2. Error response validation</a:t>
            </a:r>
          </a:p>
          <a:p>
            <a:r>
              <a:rPr lang="en-US" dirty="0"/>
              <a:t>    const body = await </a:t>
            </a:r>
            <a:r>
              <a:rPr lang="en-US" dirty="0" err="1"/>
              <a:t>response.text</a:t>
            </a:r>
            <a:r>
              <a:rPr lang="en-US" dirty="0"/>
              <a:t>();</a:t>
            </a:r>
          </a:p>
          <a:p>
            <a:r>
              <a:rPr lang="en-US" dirty="0"/>
              <a:t>    expect(body).</a:t>
            </a:r>
            <a:r>
              <a:rPr lang="en-US" dirty="0" err="1"/>
              <a:t>toBeTruthy</a:t>
            </a:r>
            <a:r>
              <a:rPr lang="en-US" dirty="0"/>
              <a:t>();</a:t>
            </a:r>
          </a:p>
          <a:p>
            <a:r>
              <a:rPr lang="en-US" dirty="0"/>
              <a:t>});</a:t>
            </a:r>
          </a:p>
          <a:p>
            <a:r>
              <a:rPr lang="en-US" dirty="0"/>
              <a:t>// Add these scenarios next</a:t>
            </a:r>
          </a:p>
          <a:p>
            <a:r>
              <a:rPr lang="en-US" dirty="0"/>
              <a:t>// Validation   Positive scenario   Negative scenario</a:t>
            </a:r>
          </a:p>
          <a:p>
            <a:r>
              <a:rPr lang="en-US" dirty="0"/>
              <a:t>// Status code  Valid POST → 200    Invalid ID → 404</a:t>
            </a:r>
          </a:p>
          <a:p>
            <a:r>
              <a:rPr lang="en-US" dirty="0"/>
              <a:t>// Response body    Correct booking details Error response exists</a:t>
            </a:r>
          </a:p>
          <a:p>
            <a:r>
              <a:rPr lang="en-US" dirty="0"/>
              <a:t>// Schema   Valid response matches schema   Invalid response/schema handling</a:t>
            </a:r>
          </a:p>
          <a:p>
            <a:r>
              <a:rPr lang="en-US" dirty="0"/>
              <a:t>// Authentication   Valid token allows PATCH    Missing/invalid token rejects PATCH</a:t>
            </a:r>
          </a:p>
          <a:p>
            <a:r>
              <a:rPr lang="en-US" dirty="0"/>
              <a:t>// Data integrity   PATCH value persists    Invalid update is rejected</a:t>
            </a:r>
          </a:p>
          <a:p>
            <a:r>
              <a:rPr lang="en-US" dirty="0"/>
              <a:t>// Headers  JSON response header    Unsupported/invalid request where API defines rejection</a:t>
            </a:r>
          </a:p>
          <a:p>
            <a:pPr algn="ctr"/>
            <a:endParaRPr lang="en-US" dirty="0"/>
          </a:p>
        </p:txBody>
      </p:sp>
      <p:sp>
        <p:nvSpPr>
          <p:cNvPr id="3" name="Oval 2">
            <a:extLst>
              <a:ext uri="{FF2B5EF4-FFF2-40B4-BE49-F238E27FC236}">
                <a16:creationId xmlns:a16="http://schemas.microsoft.com/office/drawing/2014/main" id="{C9C6D400-EAA0-9058-42DE-D23E5E2436D2}"/>
              </a:ext>
            </a:extLst>
          </p:cNvPr>
          <p:cNvSpPr/>
          <p:nvPr/>
        </p:nvSpPr>
        <p:spPr>
          <a:xfrm>
            <a:off x="7498080" y="950976"/>
            <a:ext cx="2386584" cy="235000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Negative validation</a:t>
            </a:r>
          </a:p>
        </p:txBody>
      </p:sp>
    </p:spTree>
    <p:extLst>
      <p:ext uri="{BB962C8B-B14F-4D97-AF65-F5344CB8AC3E}">
        <p14:creationId xmlns:p14="http://schemas.microsoft.com/office/powerpoint/2010/main" val="23149093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3ED10F-917C-4237-5F09-DCB97426BA42}"/>
              </a:ext>
            </a:extLst>
          </p:cNvPr>
          <p:cNvPicPr>
            <a:picLocks noChangeAspect="1"/>
          </p:cNvPicPr>
          <p:nvPr/>
        </p:nvPicPr>
        <p:blipFill>
          <a:blip r:embed="rId2"/>
          <a:stretch>
            <a:fillRect/>
          </a:stretch>
        </p:blipFill>
        <p:spPr>
          <a:xfrm>
            <a:off x="286426" y="119012"/>
            <a:ext cx="5145110" cy="6762701"/>
          </a:xfrm>
          <a:prstGeom prst="rect">
            <a:avLst/>
          </a:prstGeom>
        </p:spPr>
      </p:pic>
      <p:pic>
        <p:nvPicPr>
          <p:cNvPr id="5" name="Picture 4">
            <a:extLst>
              <a:ext uri="{FF2B5EF4-FFF2-40B4-BE49-F238E27FC236}">
                <a16:creationId xmlns:a16="http://schemas.microsoft.com/office/drawing/2014/main" id="{277E74F4-806D-E445-EDAE-60045535F99A}"/>
              </a:ext>
            </a:extLst>
          </p:cNvPr>
          <p:cNvPicPr>
            <a:picLocks noChangeAspect="1"/>
          </p:cNvPicPr>
          <p:nvPr/>
        </p:nvPicPr>
        <p:blipFill>
          <a:blip r:embed="rId3"/>
          <a:stretch>
            <a:fillRect/>
          </a:stretch>
        </p:blipFill>
        <p:spPr>
          <a:xfrm>
            <a:off x="5785690" y="119011"/>
            <a:ext cx="5635165" cy="6736501"/>
          </a:xfrm>
          <a:prstGeom prst="rect">
            <a:avLst/>
          </a:prstGeom>
        </p:spPr>
      </p:pic>
    </p:spTree>
    <p:extLst>
      <p:ext uri="{BB962C8B-B14F-4D97-AF65-F5344CB8AC3E}">
        <p14:creationId xmlns:p14="http://schemas.microsoft.com/office/powerpoint/2010/main" val="25459088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24AB27-F383-3983-CAB3-9CDB53DE36F4}"/>
              </a:ext>
            </a:extLst>
          </p:cNvPr>
          <p:cNvSpPr/>
          <p:nvPr/>
        </p:nvSpPr>
        <p:spPr>
          <a:xfrm>
            <a:off x="365760" y="274320"/>
            <a:ext cx="4343400" cy="27066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ctr">
              <a:buAutoNum type="arabicPeriod"/>
            </a:pPr>
            <a:r>
              <a:rPr lang="en-US" dirty="0"/>
              <a:t>Setup &amp; Configuration</a:t>
            </a:r>
          </a:p>
          <a:p>
            <a:pPr algn="ctr"/>
            <a:br>
              <a:rPr lang="en-US" dirty="0"/>
            </a:br>
            <a:r>
              <a:rPr lang="en-US" dirty="0"/>
              <a:t>git --version</a:t>
            </a:r>
          </a:p>
          <a:p>
            <a:pPr algn="ctr"/>
            <a:r>
              <a:rPr lang="en-US" dirty="0"/>
              <a:t>git config --global user.name "Your Name"</a:t>
            </a:r>
          </a:p>
          <a:p>
            <a:pPr algn="ctr"/>
            <a:r>
              <a:rPr lang="en-US" dirty="0"/>
              <a:t>git config --global </a:t>
            </a:r>
            <a:r>
              <a:rPr lang="en-US" dirty="0" err="1"/>
              <a:t>user.email</a:t>
            </a:r>
            <a:r>
              <a:rPr lang="en-US" dirty="0"/>
              <a:t> "you@example.com"</a:t>
            </a:r>
          </a:p>
          <a:p>
            <a:pPr algn="ctr"/>
            <a:r>
              <a:rPr lang="en-US" dirty="0"/>
              <a:t>git config --list</a:t>
            </a:r>
          </a:p>
        </p:txBody>
      </p:sp>
      <p:sp>
        <p:nvSpPr>
          <p:cNvPr id="3" name="Rectangle 2">
            <a:extLst>
              <a:ext uri="{FF2B5EF4-FFF2-40B4-BE49-F238E27FC236}">
                <a16:creationId xmlns:a16="http://schemas.microsoft.com/office/drawing/2014/main" id="{7959F18F-8FD1-0881-A12D-186D699DB680}"/>
              </a:ext>
            </a:extLst>
          </p:cNvPr>
          <p:cNvSpPr/>
          <p:nvPr/>
        </p:nvSpPr>
        <p:spPr>
          <a:xfrm>
            <a:off x="4983480" y="274320"/>
            <a:ext cx="3904488" cy="27066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 Create / Clone Repository</a:t>
            </a:r>
          </a:p>
          <a:p>
            <a:pPr algn="ctr"/>
            <a:endParaRPr lang="en-US" dirty="0"/>
          </a:p>
          <a:p>
            <a:pPr algn="ctr"/>
            <a:r>
              <a:rPr lang="en-US" dirty="0"/>
              <a:t>git </a:t>
            </a:r>
            <a:r>
              <a:rPr lang="en-US" dirty="0" err="1"/>
              <a:t>init</a:t>
            </a:r>
            <a:endParaRPr lang="en-US" dirty="0"/>
          </a:p>
          <a:p>
            <a:pPr algn="ctr"/>
            <a:r>
              <a:rPr lang="en-US" dirty="0"/>
              <a:t>git clone &lt;repository-</a:t>
            </a:r>
            <a:r>
              <a:rPr lang="en-US" dirty="0" err="1"/>
              <a:t>url</a:t>
            </a:r>
            <a:r>
              <a:rPr lang="en-US" dirty="0"/>
              <a:t>&gt;</a:t>
            </a:r>
          </a:p>
          <a:p>
            <a:pPr algn="ctr"/>
            <a:r>
              <a:rPr lang="en-US" dirty="0"/>
              <a:t>git remote -v</a:t>
            </a:r>
          </a:p>
          <a:p>
            <a:pPr algn="ctr"/>
            <a:r>
              <a:rPr lang="en-US" dirty="0"/>
              <a:t>git remote add origin &lt;repository-</a:t>
            </a:r>
            <a:r>
              <a:rPr lang="en-US" dirty="0" err="1"/>
              <a:t>url</a:t>
            </a:r>
            <a:r>
              <a:rPr lang="en-US" dirty="0"/>
              <a:t>&gt;</a:t>
            </a:r>
          </a:p>
        </p:txBody>
      </p:sp>
      <p:sp>
        <p:nvSpPr>
          <p:cNvPr id="4" name="Rectangle 3">
            <a:extLst>
              <a:ext uri="{FF2B5EF4-FFF2-40B4-BE49-F238E27FC236}">
                <a16:creationId xmlns:a16="http://schemas.microsoft.com/office/drawing/2014/main" id="{71763CAC-5053-99F4-95E6-158967562983}"/>
              </a:ext>
            </a:extLst>
          </p:cNvPr>
          <p:cNvSpPr/>
          <p:nvPr/>
        </p:nvSpPr>
        <p:spPr>
          <a:xfrm>
            <a:off x="9079992" y="274320"/>
            <a:ext cx="3112008" cy="31546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 Check &amp; Save Changes</a:t>
            </a:r>
          </a:p>
          <a:p>
            <a:pPr algn="ctr"/>
            <a:endParaRPr lang="en-US" dirty="0"/>
          </a:p>
          <a:p>
            <a:pPr algn="ctr"/>
            <a:r>
              <a:rPr lang="en-US" dirty="0"/>
              <a:t>git status</a:t>
            </a:r>
          </a:p>
          <a:p>
            <a:pPr algn="ctr"/>
            <a:r>
              <a:rPr lang="en-US" dirty="0"/>
              <a:t>git add &lt;file-name&gt;</a:t>
            </a:r>
          </a:p>
          <a:p>
            <a:pPr algn="ctr"/>
            <a:r>
              <a:rPr lang="en-US" dirty="0"/>
              <a:t>git add .</a:t>
            </a:r>
          </a:p>
          <a:p>
            <a:pPr algn="ctr"/>
            <a:r>
              <a:rPr lang="en-US" dirty="0"/>
              <a:t>git commit -m "Meaningful message"</a:t>
            </a:r>
          </a:p>
          <a:p>
            <a:pPr algn="ctr"/>
            <a:r>
              <a:rPr lang="en-US" dirty="0"/>
              <a:t>git log</a:t>
            </a:r>
          </a:p>
          <a:p>
            <a:pPr algn="ctr"/>
            <a:r>
              <a:rPr lang="en-US" dirty="0"/>
              <a:t>git log --</a:t>
            </a:r>
            <a:r>
              <a:rPr lang="en-US" dirty="0" err="1"/>
              <a:t>oneline</a:t>
            </a:r>
            <a:endParaRPr lang="en-US" dirty="0"/>
          </a:p>
          <a:p>
            <a:pPr algn="ctr"/>
            <a:r>
              <a:rPr lang="en-US" dirty="0"/>
              <a:t>git diff</a:t>
            </a:r>
          </a:p>
          <a:p>
            <a:pPr algn="ctr"/>
            <a:r>
              <a:rPr lang="en-US" dirty="0"/>
              <a:t>git diff --staged</a:t>
            </a:r>
          </a:p>
        </p:txBody>
      </p:sp>
      <p:sp>
        <p:nvSpPr>
          <p:cNvPr id="5" name="Rectangle 4">
            <a:extLst>
              <a:ext uri="{FF2B5EF4-FFF2-40B4-BE49-F238E27FC236}">
                <a16:creationId xmlns:a16="http://schemas.microsoft.com/office/drawing/2014/main" id="{91FFA9E8-08E1-F2D4-9F6F-FE8A1D047D59}"/>
              </a:ext>
            </a:extLst>
          </p:cNvPr>
          <p:cNvSpPr/>
          <p:nvPr/>
        </p:nvSpPr>
        <p:spPr>
          <a:xfrm>
            <a:off x="301752" y="3566160"/>
            <a:ext cx="4160520" cy="24323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 Branching &amp; Merging</a:t>
            </a:r>
            <a:br>
              <a:rPr lang="en-US" dirty="0"/>
            </a:br>
            <a:endParaRPr lang="en-US" dirty="0"/>
          </a:p>
          <a:p>
            <a:pPr algn="ctr"/>
            <a:r>
              <a:rPr lang="en-US" dirty="0"/>
              <a:t>git branch</a:t>
            </a:r>
          </a:p>
          <a:p>
            <a:pPr algn="ctr"/>
            <a:r>
              <a:rPr lang="en-US" dirty="0"/>
              <a:t>git branch &lt;branch-name&gt;</a:t>
            </a:r>
          </a:p>
          <a:p>
            <a:pPr algn="ctr"/>
            <a:r>
              <a:rPr lang="en-US" dirty="0"/>
              <a:t>git switch &lt;branch-name&gt;</a:t>
            </a:r>
          </a:p>
          <a:p>
            <a:pPr algn="ctr"/>
            <a:r>
              <a:rPr lang="en-US" dirty="0"/>
              <a:t>git switch -c &lt;new-branch&gt;</a:t>
            </a:r>
          </a:p>
          <a:p>
            <a:pPr algn="ctr"/>
            <a:r>
              <a:rPr lang="en-US" dirty="0"/>
              <a:t>git merge &lt;branch-name&gt;</a:t>
            </a:r>
          </a:p>
          <a:p>
            <a:pPr algn="ctr"/>
            <a:r>
              <a:rPr lang="en-US" dirty="0"/>
              <a:t>git branch -d &lt;branch-name&gt;</a:t>
            </a:r>
          </a:p>
        </p:txBody>
      </p:sp>
      <p:sp>
        <p:nvSpPr>
          <p:cNvPr id="7" name="Rectangle 6">
            <a:extLst>
              <a:ext uri="{FF2B5EF4-FFF2-40B4-BE49-F238E27FC236}">
                <a16:creationId xmlns:a16="http://schemas.microsoft.com/office/drawing/2014/main" id="{78EA380B-6E3E-611F-2AF4-CCF15112B68B}"/>
              </a:ext>
            </a:extLst>
          </p:cNvPr>
          <p:cNvSpPr/>
          <p:nvPr/>
        </p:nvSpPr>
        <p:spPr>
          <a:xfrm>
            <a:off x="4727448" y="3654552"/>
            <a:ext cx="4160520" cy="24323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 GitHub Remote Operations</a:t>
            </a:r>
          </a:p>
          <a:p>
            <a:pPr algn="ctr"/>
            <a:endParaRPr lang="en-US" dirty="0"/>
          </a:p>
          <a:p>
            <a:pPr algn="ctr"/>
            <a:r>
              <a:rPr lang="en-US" dirty="0"/>
              <a:t>git fetch origin</a:t>
            </a:r>
          </a:p>
          <a:p>
            <a:pPr algn="ctr"/>
            <a:r>
              <a:rPr lang="en-US" dirty="0"/>
              <a:t>git pull origin &lt;branch-name&gt;</a:t>
            </a:r>
          </a:p>
          <a:p>
            <a:pPr algn="ctr"/>
            <a:r>
              <a:rPr lang="en-US" dirty="0"/>
              <a:t>git push -u origin &lt;branch-name&gt;</a:t>
            </a:r>
          </a:p>
          <a:p>
            <a:pPr algn="ctr"/>
            <a:r>
              <a:rPr lang="en-US" dirty="0"/>
              <a:t>git push</a:t>
            </a:r>
          </a:p>
          <a:p>
            <a:pPr algn="ctr"/>
            <a:r>
              <a:rPr lang="en-US" dirty="0"/>
              <a:t>git push origin --delete &lt;branch-name&gt;</a:t>
            </a:r>
          </a:p>
        </p:txBody>
      </p:sp>
      <p:sp>
        <p:nvSpPr>
          <p:cNvPr id="9" name="Rectangle 8">
            <a:extLst>
              <a:ext uri="{FF2B5EF4-FFF2-40B4-BE49-F238E27FC236}">
                <a16:creationId xmlns:a16="http://schemas.microsoft.com/office/drawing/2014/main" id="{697FF667-6225-8C74-9595-925A13B2C671}"/>
              </a:ext>
            </a:extLst>
          </p:cNvPr>
          <p:cNvSpPr/>
          <p:nvPr/>
        </p:nvSpPr>
        <p:spPr>
          <a:xfrm>
            <a:off x="9116568" y="3654552"/>
            <a:ext cx="2968752" cy="24323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 Undo &amp; Restore</a:t>
            </a:r>
            <a:br>
              <a:rPr lang="en-US" dirty="0"/>
            </a:br>
            <a:r>
              <a:rPr lang="en-US" dirty="0"/>
              <a:t>git restore &lt;file-name&gt;</a:t>
            </a:r>
          </a:p>
          <a:p>
            <a:pPr algn="ctr"/>
            <a:r>
              <a:rPr lang="en-US" dirty="0"/>
              <a:t>git restore --staged &lt;file-name&gt;</a:t>
            </a:r>
          </a:p>
          <a:p>
            <a:pPr algn="ctr"/>
            <a:r>
              <a:rPr lang="en-US" dirty="0"/>
              <a:t>git commit --amend</a:t>
            </a:r>
          </a:p>
          <a:p>
            <a:pPr algn="ctr"/>
            <a:r>
              <a:rPr lang="en-US" dirty="0"/>
              <a:t>git revert &lt;commit-id&gt;</a:t>
            </a:r>
          </a:p>
          <a:p>
            <a:pPr algn="ctr"/>
            <a:r>
              <a:rPr lang="en-US" dirty="0"/>
              <a:t>git reset --soft HEAD~1</a:t>
            </a:r>
          </a:p>
          <a:p>
            <a:pPr algn="ctr"/>
            <a:r>
              <a:rPr lang="en-US" dirty="0"/>
              <a:t>git reset --hard HEAD</a:t>
            </a:r>
          </a:p>
        </p:txBody>
      </p:sp>
    </p:spTree>
    <p:extLst>
      <p:ext uri="{BB962C8B-B14F-4D97-AF65-F5344CB8AC3E}">
        <p14:creationId xmlns:p14="http://schemas.microsoft.com/office/powerpoint/2010/main" val="968383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67B3BC-4E9A-0DBD-4994-5C074AD10574}"/>
              </a:ext>
            </a:extLst>
          </p:cNvPr>
          <p:cNvSpPr/>
          <p:nvPr/>
        </p:nvSpPr>
        <p:spPr>
          <a:xfrm>
            <a:off x="566928" y="521208"/>
            <a:ext cx="3154680" cy="2395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 Stash &amp; Tags</a:t>
            </a:r>
          </a:p>
          <a:p>
            <a:pPr algn="ctr"/>
            <a:endParaRPr lang="en-US" dirty="0"/>
          </a:p>
          <a:p>
            <a:pPr algn="ctr"/>
            <a:r>
              <a:rPr lang="sv-SE" dirty="0"/>
              <a:t>git stash</a:t>
            </a:r>
          </a:p>
          <a:p>
            <a:pPr algn="ctr"/>
            <a:r>
              <a:rPr lang="sv-SE" dirty="0"/>
              <a:t>git stash list</a:t>
            </a:r>
          </a:p>
          <a:p>
            <a:pPr algn="ctr"/>
            <a:r>
              <a:rPr lang="sv-SE" dirty="0"/>
              <a:t>git stash pop</a:t>
            </a:r>
          </a:p>
          <a:p>
            <a:pPr algn="ctr"/>
            <a:r>
              <a:rPr lang="sv-SE" dirty="0"/>
              <a:t>git tag</a:t>
            </a:r>
          </a:p>
          <a:p>
            <a:pPr algn="ctr"/>
            <a:r>
              <a:rPr lang="sv-SE" dirty="0"/>
              <a:t>git tag &lt;tag-name&gt;</a:t>
            </a:r>
          </a:p>
          <a:p>
            <a:pPr algn="ctr"/>
            <a:r>
              <a:rPr lang="sv-SE" dirty="0"/>
              <a:t>git push origin &lt;tag-name&gt;</a:t>
            </a:r>
            <a:endParaRPr lang="en-US" dirty="0"/>
          </a:p>
        </p:txBody>
      </p:sp>
      <p:sp>
        <p:nvSpPr>
          <p:cNvPr id="4" name="Rectangle 3">
            <a:extLst>
              <a:ext uri="{FF2B5EF4-FFF2-40B4-BE49-F238E27FC236}">
                <a16:creationId xmlns:a16="http://schemas.microsoft.com/office/drawing/2014/main" id="{F0F28574-8776-9EA4-C58B-F4534BCBB68F}"/>
              </a:ext>
            </a:extLst>
          </p:cNvPr>
          <p:cNvSpPr/>
          <p:nvPr/>
        </p:nvSpPr>
        <p:spPr>
          <a:xfrm>
            <a:off x="6893054" y="472440"/>
            <a:ext cx="3154680" cy="2395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 Ignore Files — .</a:t>
            </a:r>
            <a:r>
              <a:rPr lang="en-US" dirty="0" err="1"/>
              <a:t>gitignore</a:t>
            </a:r>
            <a:endParaRPr lang="en-US" dirty="0"/>
          </a:p>
          <a:p>
            <a:pPr algn="ctr"/>
            <a:endParaRPr lang="en-US" dirty="0"/>
          </a:p>
          <a:p>
            <a:pPr algn="ctr"/>
            <a:r>
              <a:rPr lang="en-US" dirty="0" err="1"/>
              <a:t>node_modules</a:t>
            </a:r>
            <a:r>
              <a:rPr lang="en-US" dirty="0"/>
              <a:t>/</a:t>
            </a:r>
          </a:p>
          <a:p>
            <a:pPr algn="ctr"/>
            <a:r>
              <a:rPr lang="en-US" dirty="0"/>
              <a:t>test-results/</a:t>
            </a:r>
          </a:p>
          <a:p>
            <a:pPr algn="ctr"/>
            <a:r>
              <a:rPr lang="en-US" dirty="0"/>
              <a:t>playwright-report/</a:t>
            </a:r>
          </a:p>
          <a:p>
            <a:pPr algn="ctr"/>
            <a:r>
              <a:rPr lang="en-US" dirty="0"/>
              <a:t>.env</a:t>
            </a:r>
          </a:p>
        </p:txBody>
      </p:sp>
      <p:sp>
        <p:nvSpPr>
          <p:cNvPr id="6" name="Rectangle 5">
            <a:extLst>
              <a:ext uri="{FF2B5EF4-FFF2-40B4-BE49-F238E27FC236}">
                <a16:creationId xmlns:a16="http://schemas.microsoft.com/office/drawing/2014/main" id="{DD35F86D-A910-78DB-4F12-047ACDAF988A}"/>
              </a:ext>
            </a:extLst>
          </p:cNvPr>
          <p:cNvSpPr/>
          <p:nvPr/>
        </p:nvSpPr>
        <p:spPr>
          <a:xfrm>
            <a:off x="4518660" y="3788664"/>
            <a:ext cx="3154680" cy="2395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git show &lt;commit-id&gt;</a:t>
            </a:r>
          </a:p>
          <a:p>
            <a:pPr algn="ctr"/>
            <a:r>
              <a:rPr lang="en-US" dirty="0"/>
              <a:t>git blame &lt;file-name&gt;</a:t>
            </a:r>
          </a:p>
          <a:p>
            <a:pPr algn="ctr"/>
            <a:r>
              <a:rPr lang="en-US" dirty="0"/>
              <a:t>git cherry-pick &lt;commit-id&gt;</a:t>
            </a:r>
          </a:p>
          <a:p>
            <a:pPr algn="ctr"/>
            <a:r>
              <a:rPr lang="en-US" dirty="0"/>
              <a:t>git rebase &lt;branch-name&gt;</a:t>
            </a:r>
          </a:p>
          <a:p>
            <a:pPr algn="ctr"/>
            <a:r>
              <a:rPr lang="en-US" dirty="0"/>
              <a:t>git clean -n</a:t>
            </a:r>
          </a:p>
          <a:p>
            <a:pPr algn="ctr"/>
            <a:r>
              <a:rPr lang="en-US" dirty="0"/>
              <a:t>git rm --cached &lt;file-name&gt;</a:t>
            </a:r>
          </a:p>
        </p:txBody>
      </p:sp>
    </p:spTree>
    <p:extLst>
      <p:ext uri="{BB962C8B-B14F-4D97-AF65-F5344CB8AC3E}">
        <p14:creationId xmlns:p14="http://schemas.microsoft.com/office/powerpoint/2010/main" val="5686161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7BD546-9A3C-64E6-6B70-338479A7B653}"/>
              </a:ext>
            </a:extLst>
          </p:cNvPr>
          <p:cNvSpPr/>
          <p:nvPr/>
        </p:nvSpPr>
        <p:spPr>
          <a:xfrm>
            <a:off x="3438144" y="82296"/>
            <a:ext cx="4233672" cy="5486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Git flow for our project</a:t>
            </a:r>
          </a:p>
        </p:txBody>
      </p:sp>
      <p:sp>
        <p:nvSpPr>
          <p:cNvPr id="3" name="Rectangle 2">
            <a:extLst>
              <a:ext uri="{FF2B5EF4-FFF2-40B4-BE49-F238E27FC236}">
                <a16:creationId xmlns:a16="http://schemas.microsoft.com/office/drawing/2014/main" id="{E1AEA3C2-8455-0904-6524-38FE7260551C}"/>
              </a:ext>
            </a:extLst>
          </p:cNvPr>
          <p:cNvSpPr/>
          <p:nvPr/>
        </p:nvSpPr>
        <p:spPr>
          <a:xfrm>
            <a:off x="804672" y="950976"/>
            <a:ext cx="4553712" cy="57424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Git –version</a:t>
            </a:r>
          </a:p>
          <a:p>
            <a:pPr algn="ctr"/>
            <a:endParaRPr lang="en-US" dirty="0"/>
          </a:p>
          <a:p>
            <a:pPr algn="ctr"/>
            <a:r>
              <a:rPr lang="en-US" dirty="0"/>
              <a:t>git </a:t>
            </a:r>
            <a:r>
              <a:rPr lang="en-US" dirty="0" err="1"/>
              <a:t>init</a:t>
            </a:r>
            <a:endParaRPr lang="en-US" dirty="0"/>
          </a:p>
          <a:p>
            <a:pPr algn="ctr"/>
            <a:endParaRPr lang="en-US" dirty="0"/>
          </a:p>
          <a:p>
            <a:pPr algn="ctr"/>
            <a:r>
              <a:rPr lang="en-US" dirty="0"/>
              <a:t>git status</a:t>
            </a:r>
          </a:p>
          <a:p>
            <a:pPr algn="ctr"/>
            <a:endParaRPr lang="en-US" dirty="0"/>
          </a:p>
          <a:p>
            <a:pPr algn="ctr"/>
            <a:r>
              <a:rPr lang="en-US" dirty="0"/>
              <a:t>git remote –v</a:t>
            </a:r>
            <a:br>
              <a:rPr lang="en-US" dirty="0"/>
            </a:br>
            <a:br>
              <a:rPr lang="en-US" dirty="0"/>
            </a:br>
            <a:r>
              <a:rPr lang="en-US" dirty="0"/>
              <a:t>git config --global user.name "Harish Baskar“</a:t>
            </a:r>
          </a:p>
          <a:p>
            <a:pPr algn="ctr"/>
            <a:endParaRPr lang="en-US" dirty="0"/>
          </a:p>
          <a:p>
            <a:pPr algn="ctr"/>
            <a:r>
              <a:rPr lang="en-US" dirty="0"/>
              <a:t>git config --global </a:t>
            </a:r>
            <a:r>
              <a:rPr lang="en-US" dirty="0" err="1"/>
              <a:t>user.email</a:t>
            </a:r>
            <a:r>
              <a:rPr lang="en-US" dirty="0"/>
              <a:t> "harish1813@gmail.com"</a:t>
            </a:r>
          </a:p>
        </p:txBody>
      </p:sp>
      <p:sp>
        <p:nvSpPr>
          <p:cNvPr id="5" name="Rectangle 4">
            <a:extLst>
              <a:ext uri="{FF2B5EF4-FFF2-40B4-BE49-F238E27FC236}">
                <a16:creationId xmlns:a16="http://schemas.microsoft.com/office/drawing/2014/main" id="{8BAF65AC-A05C-54B6-164D-229D1E51C5B8}"/>
              </a:ext>
            </a:extLst>
          </p:cNvPr>
          <p:cNvSpPr/>
          <p:nvPr/>
        </p:nvSpPr>
        <p:spPr>
          <a:xfrm>
            <a:off x="5839968" y="883920"/>
            <a:ext cx="4553712" cy="57424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Git </a:t>
            </a:r>
            <a:r>
              <a:rPr lang="en-US" dirty="0" err="1"/>
              <a:t>enna</a:t>
            </a:r>
            <a:r>
              <a:rPr lang="en-US" dirty="0"/>
              <a:t> version nu </a:t>
            </a:r>
            <a:r>
              <a:rPr lang="en-US" dirty="0" err="1"/>
              <a:t>parkanum</a:t>
            </a:r>
            <a:endParaRPr lang="en-US" dirty="0"/>
          </a:p>
          <a:p>
            <a:pPr algn="ctr"/>
            <a:endParaRPr lang="en-US" dirty="0"/>
          </a:p>
          <a:p>
            <a:pPr algn="ctr"/>
            <a:r>
              <a:rPr lang="en-US" dirty="0"/>
              <a:t>Initialized empty Git repository in C:/Users/haris/OneDrive/Desktop/compplaywright/.git/</a:t>
            </a:r>
          </a:p>
          <a:p>
            <a:pPr algn="ctr"/>
            <a:endParaRPr lang="en-US" dirty="0"/>
          </a:p>
          <a:p>
            <a:pPr algn="ctr"/>
            <a:r>
              <a:rPr lang="en-US" dirty="0" err="1"/>
              <a:t>Ippa</a:t>
            </a:r>
            <a:r>
              <a:rPr lang="en-US" dirty="0"/>
              <a:t> git status </a:t>
            </a:r>
            <a:r>
              <a:rPr lang="en-US" dirty="0" err="1"/>
              <a:t>mooliyuma</a:t>
            </a:r>
            <a:r>
              <a:rPr lang="en-US" dirty="0"/>
              <a:t> </a:t>
            </a:r>
            <a:r>
              <a:rPr lang="en-US" dirty="0" err="1"/>
              <a:t>enna</a:t>
            </a:r>
            <a:r>
              <a:rPr lang="en-US" dirty="0"/>
              <a:t> </a:t>
            </a:r>
            <a:r>
              <a:rPr lang="en-US" dirty="0" err="1"/>
              <a:t>enna</a:t>
            </a:r>
            <a:r>
              <a:rPr lang="en-US" dirty="0"/>
              <a:t> file un track la </a:t>
            </a:r>
            <a:r>
              <a:rPr lang="en-US" dirty="0" err="1"/>
              <a:t>irukhu</a:t>
            </a:r>
            <a:r>
              <a:rPr lang="en-US" dirty="0"/>
              <a:t> nu </a:t>
            </a:r>
            <a:r>
              <a:rPr lang="en-US" dirty="0" err="1"/>
              <a:t>parpom</a:t>
            </a:r>
            <a:endParaRPr lang="en-US" dirty="0"/>
          </a:p>
          <a:p>
            <a:pPr algn="ctr"/>
            <a:endParaRPr lang="en-US" dirty="0"/>
          </a:p>
          <a:p>
            <a:pPr lvl="0"/>
            <a:r>
              <a:rPr lang="en-US" dirty="0"/>
              <a:t>Remote URL display </a:t>
            </a:r>
            <a:r>
              <a:rPr lang="en-US" dirty="0" err="1"/>
              <a:t>aana</a:t>
            </a:r>
            <a:r>
              <a:rPr lang="en-US" dirty="0"/>
              <a:t>, already remote configured.</a:t>
            </a:r>
          </a:p>
          <a:p>
            <a:pPr lvl="0"/>
            <a:r>
              <a:rPr lang="en-US" dirty="0"/>
              <a:t>Output empty-ah </a:t>
            </a:r>
            <a:r>
              <a:rPr lang="en-US" dirty="0" err="1"/>
              <a:t>irundha</a:t>
            </a:r>
            <a:r>
              <a:rPr lang="en-US" dirty="0"/>
              <a:t>, remote configure </a:t>
            </a:r>
            <a:r>
              <a:rPr lang="en-US" dirty="0" err="1"/>
              <a:t>pannala</a:t>
            </a:r>
            <a:r>
              <a:rPr lang="en-US" dirty="0"/>
              <a:t>.</a:t>
            </a:r>
            <a:br>
              <a:rPr lang="en-US" dirty="0"/>
            </a:br>
            <a:br>
              <a:rPr lang="en-US" dirty="0"/>
            </a:br>
            <a:r>
              <a:rPr lang="en-US" dirty="0"/>
              <a:t>Username and email configure </a:t>
            </a:r>
            <a:r>
              <a:rPr lang="en-US" dirty="0" err="1"/>
              <a:t>pandrom</a:t>
            </a:r>
            <a:r>
              <a:rPr lang="en-US" dirty="0"/>
              <a:t> so </a:t>
            </a:r>
            <a:r>
              <a:rPr lang="en-US" dirty="0" err="1"/>
              <a:t>yaru</a:t>
            </a:r>
            <a:r>
              <a:rPr lang="en-US" dirty="0"/>
              <a:t> changes </a:t>
            </a:r>
            <a:r>
              <a:rPr lang="en-US" dirty="0" err="1"/>
              <a:t>pandran</a:t>
            </a:r>
            <a:r>
              <a:rPr lang="en-US" dirty="0"/>
              <a:t> nu identity </a:t>
            </a:r>
            <a:r>
              <a:rPr lang="en-US" dirty="0" err="1"/>
              <a:t>theriyuradhukaga</a:t>
            </a:r>
            <a:endParaRPr lang="en-US" dirty="0"/>
          </a:p>
          <a:p>
            <a:pPr algn="ctr"/>
            <a:endParaRPr lang="en-US" dirty="0"/>
          </a:p>
        </p:txBody>
      </p:sp>
      <p:cxnSp>
        <p:nvCxnSpPr>
          <p:cNvPr id="7" name="Straight Arrow Connector 6">
            <a:extLst>
              <a:ext uri="{FF2B5EF4-FFF2-40B4-BE49-F238E27FC236}">
                <a16:creationId xmlns:a16="http://schemas.microsoft.com/office/drawing/2014/main" id="{E7B92232-ED58-A163-C18B-EDF61B9FB629}"/>
              </a:ext>
            </a:extLst>
          </p:cNvPr>
          <p:cNvCxnSpPr/>
          <p:nvPr/>
        </p:nvCxnSpPr>
        <p:spPr>
          <a:xfrm flipV="1">
            <a:off x="3813048" y="1453896"/>
            <a:ext cx="2752344" cy="6949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50F61F8-31A4-ADB8-16AE-7EC3D87F057A}"/>
              </a:ext>
            </a:extLst>
          </p:cNvPr>
          <p:cNvCxnSpPr/>
          <p:nvPr/>
        </p:nvCxnSpPr>
        <p:spPr>
          <a:xfrm flipV="1">
            <a:off x="3703320" y="2029968"/>
            <a:ext cx="2505456" cy="6583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BB30835-6E4F-7F2F-7145-4747E1E6999B}"/>
              </a:ext>
            </a:extLst>
          </p:cNvPr>
          <p:cNvCxnSpPr/>
          <p:nvPr/>
        </p:nvCxnSpPr>
        <p:spPr>
          <a:xfrm flipV="1">
            <a:off x="3621024" y="3072384"/>
            <a:ext cx="2474976" cy="2560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A1270893-D3E3-8B9B-F098-45BE7528A8CD}"/>
              </a:ext>
            </a:extLst>
          </p:cNvPr>
          <p:cNvCxnSpPr/>
          <p:nvPr/>
        </p:nvCxnSpPr>
        <p:spPr>
          <a:xfrm>
            <a:off x="3813048" y="3822192"/>
            <a:ext cx="2185416" cy="822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36AF131D-5264-E427-E7B4-182AE45FE7DD}"/>
              </a:ext>
            </a:extLst>
          </p:cNvPr>
          <p:cNvCxnSpPr/>
          <p:nvPr/>
        </p:nvCxnSpPr>
        <p:spPr>
          <a:xfrm>
            <a:off x="3813048" y="4636008"/>
            <a:ext cx="2203704" cy="6035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76528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17EC0B-037B-09AA-D9CC-A74109328E44}"/>
              </a:ext>
            </a:extLst>
          </p:cNvPr>
          <p:cNvSpPr/>
          <p:nvPr/>
        </p:nvSpPr>
        <p:spPr>
          <a:xfrm>
            <a:off x="284818" y="219456"/>
            <a:ext cx="5489448" cy="64556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t>git config --global –</a:t>
            </a:r>
            <a:r>
              <a:rPr lang="fr-FR" dirty="0" err="1"/>
              <a:t>list</a:t>
            </a:r>
            <a:br>
              <a:rPr lang="fr-FR" dirty="0"/>
            </a:br>
            <a:br>
              <a:rPr lang="fr-FR" dirty="0"/>
            </a:br>
            <a:r>
              <a:rPr lang="fr-FR" dirty="0"/>
              <a:t>git config user.name</a:t>
            </a:r>
          </a:p>
          <a:p>
            <a:pPr algn="ctr"/>
            <a:r>
              <a:rPr lang="fr-FR" dirty="0"/>
              <a:t>git config </a:t>
            </a:r>
            <a:r>
              <a:rPr lang="fr-FR" dirty="0" err="1"/>
              <a:t>user.email</a:t>
            </a:r>
            <a:br>
              <a:rPr lang="fr-FR" dirty="0"/>
            </a:br>
            <a:br>
              <a:rPr lang="fr-FR" dirty="0"/>
            </a:br>
            <a:r>
              <a:rPr lang="fr-FR" dirty="0"/>
              <a:t>git </a:t>
            </a:r>
            <a:r>
              <a:rPr lang="fr-FR" dirty="0" err="1"/>
              <a:t>add</a:t>
            </a:r>
            <a:r>
              <a:rPr lang="fr-FR" dirty="0"/>
              <a:t> .</a:t>
            </a:r>
            <a:br>
              <a:rPr lang="fr-FR" dirty="0"/>
            </a:br>
            <a:br>
              <a:rPr lang="fr-FR" dirty="0"/>
            </a:br>
            <a:r>
              <a:rPr lang="en-US" dirty="0"/>
              <a:t>git commit -m "Initial commit“</a:t>
            </a:r>
            <a:br>
              <a:rPr lang="en-US" dirty="0"/>
            </a:br>
            <a:br>
              <a:rPr lang="en-US" dirty="0"/>
            </a:br>
            <a:r>
              <a:rPr lang="en-US" dirty="0"/>
              <a:t>git branch</a:t>
            </a:r>
            <a:endParaRPr lang="fr-FR" dirty="0"/>
          </a:p>
        </p:txBody>
      </p:sp>
      <p:sp>
        <p:nvSpPr>
          <p:cNvPr id="3" name="Rectangle 2">
            <a:extLst>
              <a:ext uri="{FF2B5EF4-FFF2-40B4-BE49-F238E27FC236}">
                <a16:creationId xmlns:a16="http://schemas.microsoft.com/office/drawing/2014/main" id="{D7168417-6DBA-F353-3033-ACB842787135}"/>
              </a:ext>
            </a:extLst>
          </p:cNvPr>
          <p:cNvSpPr/>
          <p:nvPr/>
        </p:nvSpPr>
        <p:spPr>
          <a:xfrm>
            <a:off x="7818120" y="265176"/>
            <a:ext cx="4517136" cy="64099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t>user.name=</a:t>
            </a:r>
            <a:r>
              <a:rPr lang="fr-FR" dirty="0" err="1"/>
              <a:t>harsha</a:t>
            </a:r>
            <a:endParaRPr lang="fr-FR" dirty="0"/>
          </a:p>
          <a:p>
            <a:pPr algn="ctr"/>
            <a:r>
              <a:rPr lang="fr-FR" dirty="0">
                <a:hlinkClick r:id="rId2"/>
              </a:rPr>
              <a:t>user.email=harish1813@gmail.com</a:t>
            </a:r>
            <a:br>
              <a:rPr lang="fr-FR" dirty="0"/>
            </a:br>
            <a:r>
              <a:rPr lang="fr-FR" dirty="0" err="1"/>
              <a:t>idhu</a:t>
            </a:r>
            <a:r>
              <a:rPr lang="fr-FR" dirty="0"/>
              <a:t> </a:t>
            </a:r>
            <a:r>
              <a:rPr lang="fr-FR" dirty="0" err="1"/>
              <a:t>mooliyuma</a:t>
            </a:r>
            <a:r>
              <a:rPr lang="fr-FR" dirty="0"/>
              <a:t> </a:t>
            </a:r>
            <a:r>
              <a:rPr lang="fr-FR" dirty="0" err="1"/>
              <a:t>enna</a:t>
            </a:r>
            <a:r>
              <a:rPr lang="fr-FR" dirty="0"/>
              <a:t> </a:t>
            </a:r>
            <a:r>
              <a:rPr lang="fr-FR" dirty="0" err="1"/>
              <a:t>name</a:t>
            </a:r>
            <a:r>
              <a:rPr lang="fr-FR" dirty="0"/>
              <a:t> la configure </a:t>
            </a:r>
            <a:r>
              <a:rPr lang="fr-FR" dirty="0" err="1"/>
              <a:t>pannirukom</a:t>
            </a:r>
            <a:r>
              <a:rPr lang="fr-FR" dirty="0"/>
              <a:t> nu </a:t>
            </a:r>
            <a:r>
              <a:rPr lang="fr-FR" dirty="0" err="1"/>
              <a:t>parkurom</a:t>
            </a:r>
            <a:br>
              <a:rPr lang="fr-FR" dirty="0"/>
            </a:br>
            <a:br>
              <a:rPr lang="fr-FR" dirty="0"/>
            </a:br>
            <a:r>
              <a:rPr lang="fr-FR" dirty="0" err="1"/>
              <a:t>harsha</a:t>
            </a:r>
            <a:endParaRPr lang="fr-FR" dirty="0"/>
          </a:p>
          <a:p>
            <a:pPr lvl="0"/>
            <a:r>
              <a:rPr lang="fr-FR" dirty="0">
                <a:hlinkClick r:id="rId3"/>
              </a:rPr>
              <a:t>harish1813@gmail.com</a:t>
            </a:r>
            <a:r>
              <a:rPr lang="fr-FR" dirty="0"/>
              <a:t> </a:t>
            </a:r>
            <a:r>
              <a:rPr lang="fr-FR" dirty="0" err="1"/>
              <a:t>enna</a:t>
            </a:r>
            <a:r>
              <a:rPr lang="fr-FR" dirty="0"/>
              <a:t> </a:t>
            </a:r>
            <a:r>
              <a:rPr lang="fr-FR" dirty="0" err="1"/>
              <a:t>peru</a:t>
            </a:r>
            <a:r>
              <a:rPr lang="fr-FR" dirty="0"/>
              <a:t> nu </a:t>
            </a:r>
            <a:r>
              <a:rPr lang="fr-FR" dirty="0" err="1"/>
              <a:t>parkurom</a:t>
            </a:r>
            <a:r>
              <a:rPr lang="fr-FR" dirty="0"/>
              <a:t> </a:t>
            </a:r>
            <a:r>
              <a:rPr lang="en-US" dirty="0"/>
              <a:t>user.name — commit history-la author name.</a:t>
            </a:r>
          </a:p>
          <a:p>
            <a:pPr lvl="0"/>
            <a:r>
              <a:rPr lang="en-US" dirty="0" err="1"/>
              <a:t>user.email</a:t>
            </a:r>
            <a:r>
              <a:rPr lang="en-US" dirty="0"/>
              <a:t> — commit author email.</a:t>
            </a:r>
            <a:br>
              <a:rPr lang="en-US" dirty="0"/>
            </a:br>
            <a:br>
              <a:rPr lang="en-US" dirty="0"/>
            </a:br>
            <a:r>
              <a:rPr lang="en-US" dirty="0"/>
              <a:t>Files-ai staging area-</a:t>
            </a:r>
            <a:r>
              <a:rPr lang="en-US" dirty="0" err="1"/>
              <a:t>ku</a:t>
            </a:r>
            <a:r>
              <a:rPr lang="en-US" dirty="0"/>
              <a:t> add </a:t>
            </a:r>
            <a:r>
              <a:rPr lang="en-US" dirty="0" err="1"/>
              <a:t>pannum</a:t>
            </a:r>
            <a:r>
              <a:rPr lang="en-US" dirty="0"/>
              <a:t>. git add . </a:t>
            </a:r>
            <a:r>
              <a:rPr lang="en-US" dirty="0" err="1"/>
              <a:t>Kudutha</a:t>
            </a:r>
            <a:r>
              <a:rPr lang="en-US" dirty="0"/>
              <a:t> </a:t>
            </a:r>
            <a:r>
              <a:rPr lang="en-US" dirty="0" err="1"/>
              <a:t>ellam</a:t>
            </a:r>
            <a:r>
              <a:rPr lang="en-US" dirty="0"/>
              <a:t> files staging area </a:t>
            </a:r>
            <a:r>
              <a:rPr lang="en-US" dirty="0" err="1"/>
              <a:t>ku</a:t>
            </a:r>
            <a:r>
              <a:rPr lang="en-US" dirty="0"/>
              <a:t> move </a:t>
            </a:r>
            <a:r>
              <a:rPr lang="en-US" dirty="0" err="1"/>
              <a:t>aaitu</a:t>
            </a:r>
            <a:r>
              <a:rPr lang="en-US" dirty="0"/>
              <a:t> side la files la A nu </a:t>
            </a:r>
            <a:r>
              <a:rPr lang="en-US" dirty="0" err="1"/>
              <a:t>kaatum</a:t>
            </a:r>
            <a:r>
              <a:rPr lang="en-US" dirty="0"/>
              <a:t> like added</a:t>
            </a:r>
            <a:br>
              <a:rPr lang="en-US" dirty="0"/>
            </a:br>
            <a:br>
              <a:rPr lang="en-US" dirty="0"/>
            </a:br>
            <a:r>
              <a:rPr lang="en-US" dirty="0"/>
              <a:t>Staged files-</a:t>
            </a:r>
            <a:r>
              <a:rPr lang="en-US" dirty="0" err="1"/>
              <a:t>oda</a:t>
            </a:r>
            <a:r>
              <a:rPr lang="en-US" dirty="0"/>
              <a:t> snapshot create </a:t>
            </a:r>
            <a:r>
              <a:rPr lang="en-US" dirty="0" err="1"/>
              <a:t>aagum</a:t>
            </a:r>
            <a:r>
              <a:rPr lang="en-US" dirty="0"/>
              <a:t>.</a:t>
            </a:r>
            <a:br>
              <a:rPr lang="en-US" dirty="0"/>
            </a:br>
            <a:br>
              <a:rPr lang="en-US" dirty="0"/>
            </a:br>
            <a:r>
              <a:rPr lang="en-US" dirty="0" err="1"/>
              <a:t>Ippa</a:t>
            </a:r>
            <a:r>
              <a:rPr lang="en-US" dirty="0"/>
              <a:t> git branch nu </a:t>
            </a:r>
            <a:r>
              <a:rPr lang="en-US" dirty="0" err="1"/>
              <a:t>kudutha</a:t>
            </a:r>
            <a:r>
              <a:rPr lang="en-US" dirty="0"/>
              <a:t> master nu </a:t>
            </a:r>
            <a:r>
              <a:rPr lang="en-US" dirty="0" err="1"/>
              <a:t>kaatum</a:t>
            </a:r>
            <a:r>
              <a:rPr lang="en-US" dirty="0"/>
              <a:t> </a:t>
            </a:r>
            <a:r>
              <a:rPr lang="en-US" dirty="0" err="1"/>
              <a:t>apparam</a:t>
            </a:r>
            <a:r>
              <a:rPr lang="en-US" dirty="0"/>
              <a:t> </a:t>
            </a:r>
            <a:r>
              <a:rPr lang="en-US" dirty="0" err="1"/>
              <a:t>ni</a:t>
            </a:r>
            <a:r>
              <a:rPr lang="en-US" dirty="0"/>
              <a:t> status </a:t>
            </a:r>
            <a:r>
              <a:rPr lang="en-US" dirty="0" err="1"/>
              <a:t>kuda</a:t>
            </a:r>
            <a:r>
              <a:rPr lang="en-US" dirty="0"/>
              <a:t> check </a:t>
            </a:r>
            <a:r>
              <a:rPr lang="en-US" dirty="0" err="1"/>
              <a:t>pannikulam</a:t>
            </a:r>
            <a:r>
              <a:rPr lang="en-US" dirty="0"/>
              <a:t> all files will be tracked</a:t>
            </a:r>
          </a:p>
          <a:p>
            <a:pPr algn="ctr"/>
            <a:endParaRPr lang="fr-FR" dirty="0"/>
          </a:p>
          <a:p>
            <a:pPr algn="ctr"/>
            <a:endParaRPr lang="en-US" dirty="0"/>
          </a:p>
          <a:p>
            <a:pPr algn="ctr"/>
            <a:endParaRPr lang="en-US" dirty="0"/>
          </a:p>
        </p:txBody>
      </p:sp>
      <p:cxnSp>
        <p:nvCxnSpPr>
          <p:cNvPr id="5" name="Straight Arrow Connector 4">
            <a:extLst>
              <a:ext uri="{FF2B5EF4-FFF2-40B4-BE49-F238E27FC236}">
                <a16:creationId xmlns:a16="http://schemas.microsoft.com/office/drawing/2014/main" id="{589BEE85-66F5-C2C4-C7A7-33A147F2734E}"/>
              </a:ext>
            </a:extLst>
          </p:cNvPr>
          <p:cNvCxnSpPr>
            <a:cxnSpLocks/>
          </p:cNvCxnSpPr>
          <p:nvPr/>
        </p:nvCxnSpPr>
        <p:spPr>
          <a:xfrm flipV="1">
            <a:off x="4241800" y="922867"/>
            <a:ext cx="3725333" cy="12192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4D053D0-ECFC-B1DD-B006-52C190E87776}"/>
              </a:ext>
            </a:extLst>
          </p:cNvPr>
          <p:cNvCxnSpPr/>
          <p:nvPr/>
        </p:nvCxnSpPr>
        <p:spPr>
          <a:xfrm flipV="1">
            <a:off x="4131733" y="2286000"/>
            <a:ext cx="3801534" cy="6011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A95DE78-01EB-7A30-E071-3AE89899D3AA}"/>
              </a:ext>
            </a:extLst>
          </p:cNvPr>
          <p:cNvCxnSpPr/>
          <p:nvPr/>
        </p:nvCxnSpPr>
        <p:spPr>
          <a:xfrm flipV="1">
            <a:off x="3666067" y="3470148"/>
            <a:ext cx="4301066" cy="1366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31C7672-F7C0-27AF-F092-EA9541A9A155}"/>
              </a:ext>
            </a:extLst>
          </p:cNvPr>
          <p:cNvCxnSpPr/>
          <p:nvPr/>
        </p:nvCxnSpPr>
        <p:spPr>
          <a:xfrm>
            <a:off x="4605867" y="4157133"/>
            <a:ext cx="3361266" cy="550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45AEE18-F52D-1784-A19B-E5738ACACB1D}"/>
              </a:ext>
            </a:extLst>
          </p:cNvPr>
          <p:cNvCxnSpPr/>
          <p:nvPr/>
        </p:nvCxnSpPr>
        <p:spPr>
          <a:xfrm>
            <a:off x="3666067" y="4690533"/>
            <a:ext cx="4301066" cy="5926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02591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8E8072-C8BD-94FE-D4EF-52442880DA79}"/>
              </a:ext>
            </a:extLst>
          </p:cNvPr>
          <p:cNvSpPr/>
          <p:nvPr/>
        </p:nvSpPr>
        <p:spPr>
          <a:xfrm>
            <a:off x="414867" y="220133"/>
            <a:ext cx="5020733" cy="58335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git remote add origin &lt;GitHub-repository-URL&gt;</a:t>
            </a:r>
          </a:p>
          <a:p>
            <a:pPr algn="ctr"/>
            <a:br>
              <a:rPr lang="en-US" dirty="0"/>
            </a:br>
            <a:br>
              <a:rPr lang="en-US" dirty="0"/>
            </a:br>
            <a:r>
              <a:rPr lang="en-US" dirty="0"/>
              <a:t>git remote add origin </a:t>
            </a:r>
            <a:r>
              <a:rPr lang="en-US" dirty="0">
                <a:hlinkClick r:id="rId2"/>
              </a:rPr>
              <a:t>https://github.com/Harish18131989/gitfinalcompanyplay.git</a:t>
            </a:r>
            <a:endParaRPr lang="en-US" dirty="0"/>
          </a:p>
          <a:p>
            <a:pPr algn="ctr"/>
            <a:endParaRPr lang="en-US" dirty="0"/>
          </a:p>
          <a:p>
            <a:pPr algn="ctr"/>
            <a:r>
              <a:rPr lang="en-US" dirty="0"/>
              <a:t>git remote –v</a:t>
            </a:r>
          </a:p>
          <a:p>
            <a:pPr algn="ctr"/>
            <a:endParaRPr lang="en-US" dirty="0"/>
          </a:p>
          <a:p>
            <a:pPr algn="ctr"/>
            <a:endParaRPr lang="en-US" dirty="0"/>
          </a:p>
        </p:txBody>
      </p:sp>
      <p:sp>
        <p:nvSpPr>
          <p:cNvPr id="4" name="Rectangle 3">
            <a:extLst>
              <a:ext uri="{FF2B5EF4-FFF2-40B4-BE49-F238E27FC236}">
                <a16:creationId xmlns:a16="http://schemas.microsoft.com/office/drawing/2014/main" id="{6DA66763-7D01-134B-D953-3AD751DDC4D4}"/>
              </a:ext>
            </a:extLst>
          </p:cNvPr>
          <p:cNvSpPr/>
          <p:nvPr/>
        </p:nvSpPr>
        <p:spPr>
          <a:xfrm>
            <a:off x="5579534" y="220133"/>
            <a:ext cx="6333066" cy="58335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Ippa</a:t>
            </a:r>
            <a:r>
              <a:rPr lang="en-US" dirty="0"/>
              <a:t> </a:t>
            </a:r>
            <a:r>
              <a:rPr lang="en-US" dirty="0" err="1"/>
              <a:t>namma</a:t>
            </a:r>
            <a:r>
              <a:rPr lang="en-US" dirty="0"/>
              <a:t> local la </a:t>
            </a:r>
            <a:r>
              <a:rPr lang="en-US" dirty="0" err="1"/>
              <a:t>irundha</a:t>
            </a:r>
            <a:r>
              <a:rPr lang="en-US" dirty="0"/>
              <a:t> files staging </a:t>
            </a:r>
            <a:r>
              <a:rPr lang="en-US" dirty="0" err="1"/>
              <a:t>ku</a:t>
            </a:r>
            <a:r>
              <a:rPr lang="en-US" dirty="0"/>
              <a:t> move panni snap shot um </a:t>
            </a:r>
            <a:r>
              <a:rPr lang="en-US" dirty="0" err="1"/>
              <a:t>eduthitom</a:t>
            </a:r>
            <a:r>
              <a:rPr lang="en-US" dirty="0"/>
              <a:t> </a:t>
            </a:r>
            <a:r>
              <a:rPr lang="en-US" dirty="0" err="1"/>
              <a:t>adhuku</a:t>
            </a:r>
            <a:r>
              <a:rPr lang="en-US" dirty="0"/>
              <a:t> </a:t>
            </a:r>
            <a:r>
              <a:rPr lang="en-US" dirty="0" err="1"/>
              <a:t>apparam</a:t>
            </a:r>
            <a:r>
              <a:rPr lang="en-US" dirty="0"/>
              <a:t> global repo </a:t>
            </a:r>
            <a:r>
              <a:rPr lang="en-US" dirty="0" err="1"/>
              <a:t>ku</a:t>
            </a:r>
            <a:r>
              <a:rPr lang="en-US" dirty="0"/>
              <a:t> move </a:t>
            </a:r>
            <a:r>
              <a:rPr lang="en-US" dirty="0" err="1"/>
              <a:t>pannanum</a:t>
            </a:r>
            <a:r>
              <a:rPr lang="en-US" dirty="0"/>
              <a:t> </a:t>
            </a:r>
            <a:r>
              <a:rPr lang="en-US" dirty="0" err="1"/>
              <a:t>adhuku</a:t>
            </a:r>
            <a:r>
              <a:rPr lang="en-US" dirty="0"/>
              <a:t> </a:t>
            </a:r>
            <a:r>
              <a:rPr lang="en-US" dirty="0" err="1"/>
              <a:t>namma</a:t>
            </a:r>
            <a:r>
              <a:rPr lang="en-US" dirty="0"/>
              <a:t> global repo </a:t>
            </a:r>
            <a:r>
              <a:rPr lang="en-US" dirty="0" err="1"/>
              <a:t>url</a:t>
            </a:r>
            <a:r>
              <a:rPr lang="en-US" dirty="0"/>
              <a:t> </a:t>
            </a:r>
            <a:r>
              <a:rPr lang="en-US" dirty="0" err="1"/>
              <a:t>oda</a:t>
            </a:r>
            <a:r>
              <a:rPr lang="en-US" dirty="0"/>
              <a:t> connect </a:t>
            </a:r>
            <a:r>
              <a:rPr lang="en-US" dirty="0" err="1"/>
              <a:t>pannanum</a:t>
            </a:r>
            <a:r>
              <a:rPr lang="en-US" dirty="0"/>
              <a:t> </a:t>
            </a:r>
            <a:r>
              <a:rPr lang="en-US" dirty="0" err="1"/>
              <a:t>idhuku</a:t>
            </a:r>
            <a:r>
              <a:rPr lang="en-US" dirty="0"/>
              <a:t> </a:t>
            </a:r>
            <a:r>
              <a:rPr lang="en-US" dirty="0" err="1"/>
              <a:t>github</a:t>
            </a:r>
            <a:r>
              <a:rPr lang="en-US" dirty="0"/>
              <a:t> login panni new repo nu </a:t>
            </a:r>
            <a:r>
              <a:rPr lang="en-US" dirty="0" err="1"/>
              <a:t>kuduthu</a:t>
            </a:r>
            <a:r>
              <a:rPr lang="en-US" dirty="0"/>
              <a:t> </a:t>
            </a:r>
            <a:r>
              <a:rPr lang="en-US" dirty="0" err="1"/>
              <a:t>adhuku</a:t>
            </a:r>
            <a:r>
              <a:rPr lang="en-US" dirty="0"/>
              <a:t> </a:t>
            </a:r>
            <a:r>
              <a:rPr lang="en-US" dirty="0" err="1"/>
              <a:t>oru</a:t>
            </a:r>
            <a:r>
              <a:rPr lang="en-US" dirty="0"/>
              <a:t> name </a:t>
            </a:r>
            <a:r>
              <a:rPr lang="en-US" dirty="0" err="1"/>
              <a:t>kuduthu</a:t>
            </a:r>
            <a:r>
              <a:rPr lang="en-US" dirty="0"/>
              <a:t> </a:t>
            </a:r>
            <a:r>
              <a:rPr lang="en-US" dirty="0" err="1"/>
              <a:t>adha</a:t>
            </a:r>
            <a:r>
              <a:rPr lang="en-US" dirty="0"/>
              <a:t> terminal run </a:t>
            </a:r>
            <a:r>
              <a:rPr lang="en-US" dirty="0" err="1"/>
              <a:t>pannuvom</a:t>
            </a:r>
            <a:endParaRPr lang="en-US" dirty="0"/>
          </a:p>
          <a:p>
            <a:pPr algn="ctr"/>
            <a:endParaRPr lang="en-US" dirty="0"/>
          </a:p>
          <a:p>
            <a:pPr algn="ctr"/>
            <a:endParaRPr lang="en-US" dirty="0"/>
          </a:p>
          <a:p>
            <a:pPr algn="ctr"/>
            <a:r>
              <a:rPr lang="en-US" dirty="0" err="1"/>
              <a:t>Ippadi</a:t>
            </a:r>
            <a:r>
              <a:rPr lang="en-US" dirty="0"/>
              <a:t> </a:t>
            </a:r>
            <a:r>
              <a:rPr lang="en-US" dirty="0" err="1"/>
              <a:t>kudukiradhala</a:t>
            </a:r>
            <a:r>
              <a:rPr lang="en-US" dirty="0"/>
              <a:t> we can see where our repo is</a:t>
            </a:r>
            <a:br>
              <a:rPr lang="en-US" dirty="0"/>
            </a:br>
            <a:r>
              <a:rPr lang="en-US" dirty="0"/>
              <a:t>origin  https://github.com/Harish18131989/gitfinalcompanyplay.git (fetch)</a:t>
            </a:r>
          </a:p>
          <a:p>
            <a:pPr algn="ctr"/>
            <a:r>
              <a:rPr lang="en-US" dirty="0"/>
              <a:t>origin  https://github.com/Harish18131989/gitfinalcompanyplay.git (push)</a:t>
            </a:r>
          </a:p>
        </p:txBody>
      </p:sp>
      <p:pic>
        <p:nvPicPr>
          <p:cNvPr id="6" name="Picture 5">
            <a:extLst>
              <a:ext uri="{FF2B5EF4-FFF2-40B4-BE49-F238E27FC236}">
                <a16:creationId xmlns:a16="http://schemas.microsoft.com/office/drawing/2014/main" id="{39CB921B-6A72-5115-32E2-DE399A29FB85}"/>
              </a:ext>
            </a:extLst>
          </p:cNvPr>
          <p:cNvPicPr>
            <a:picLocks noChangeAspect="1"/>
          </p:cNvPicPr>
          <p:nvPr/>
        </p:nvPicPr>
        <p:blipFill>
          <a:blip r:embed="rId3"/>
          <a:stretch>
            <a:fillRect/>
          </a:stretch>
        </p:blipFill>
        <p:spPr>
          <a:xfrm>
            <a:off x="2302933" y="291184"/>
            <a:ext cx="1701800" cy="1360031"/>
          </a:xfrm>
          <a:prstGeom prst="rect">
            <a:avLst/>
          </a:prstGeom>
        </p:spPr>
      </p:pic>
      <p:pic>
        <p:nvPicPr>
          <p:cNvPr id="8" name="Picture 7">
            <a:extLst>
              <a:ext uri="{FF2B5EF4-FFF2-40B4-BE49-F238E27FC236}">
                <a16:creationId xmlns:a16="http://schemas.microsoft.com/office/drawing/2014/main" id="{7EC3248E-4DA4-FCFF-9585-713AA6F2F4D5}"/>
              </a:ext>
            </a:extLst>
          </p:cNvPr>
          <p:cNvPicPr>
            <a:picLocks noChangeAspect="1"/>
          </p:cNvPicPr>
          <p:nvPr/>
        </p:nvPicPr>
        <p:blipFill>
          <a:blip r:embed="rId4"/>
          <a:stretch>
            <a:fillRect/>
          </a:stretch>
        </p:blipFill>
        <p:spPr>
          <a:xfrm>
            <a:off x="643467" y="4955467"/>
            <a:ext cx="11133666" cy="1417933"/>
          </a:xfrm>
          <a:prstGeom prst="rect">
            <a:avLst/>
          </a:prstGeom>
        </p:spPr>
      </p:pic>
      <p:cxnSp>
        <p:nvCxnSpPr>
          <p:cNvPr id="11" name="Straight Arrow Connector 10">
            <a:extLst>
              <a:ext uri="{FF2B5EF4-FFF2-40B4-BE49-F238E27FC236}">
                <a16:creationId xmlns:a16="http://schemas.microsoft.com/office/drawing/2014/main" id="{A5D9B969-56EC-5FCC-C03F-808027F28612}"/>
              </a:ext>
            </a:extLst>
          </p:cNvPr>
          <p:cNvCxnSpPr>
            <a:cxnSpLocks/>
          </p:cNvCxnSpPr>
          <p:nvPr/>
        </p:nvCxnSpPr>
        <p:spPr>
          <a:xfrm flipV="1">
            <a:off x="4004733" y="1930400"/>
            <a:ext cx="1803400" cy="812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CD623CA-9CB5-A133-DB12-0F68301FCB5D}"/>
              </a:ext>
            </a:extLst>
          </p:cNvPr>
          <p:cNvCxnSpPr/>
          <p:nvPr/>
        </p:nvCxnSpPr>
        <p:spPr>
          <a:xfrm>
            <a:off x="3742267" y="3894667"/>
            <a:ext cx="2065866" cy="101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74118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2A604-72ED-F3C1-D0A5-0119609156AA}"/>
              </a:ext>
            </a:extLst>
          </p:cNvPr>
          <p:cNvSpPr/>
          <p:nvPr/>
        </p:nvSpPr>
        <p:spPr>
          <a:xfrm>
            <a:off x="4284133" y="152400"/>
            <a:ext cx="7721600" cy="66463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Git branch master la </a:t>
            </a:r>
            <a:r>
              <a:rPr lang="en-US" dirty="0" err="1"/>
              <a:t>irundhu</a:t>
            </a:r>
            <a:r>
              <a:rPr lang="en-US" dirty="0"/>
              <a:t> main ah </a:t>
            </a:r>
            <a:r>
              <a:rPr lang="en-US" dirty="0" err="1"/>
              <a:t>maathi</a:t>
            </a:r>
            <a:r>
              <a:rPr lang="en-US" dirty="0"/>
              <a:t> </a:t>
            </a:r>
            <a:r>
              <a:rPr lang="en-US" dirty="0" err="1"/>
              <a:t>apparam</a:t>
            </a:r>
            <a:r>
              <a:rPr lang="en-US" dirty="0"/>
              <a:t> </a:t>
            </a:r>
            <a:r>
              <a:rPr lang="en-US" dirty="0" err="1"/>
              <a:t>namma</a:t>
            </a:r>
            <a:r>
              <a:rPr lang="en-US" dirty="0"/>
              <a:t> </a:t>
            </a:r>
            <a:r>
              <a:rPr lang="en-US" dirty="0" err="1"/>
              <a:t>kita</a:t>
            </a:r>
            <a:r>
              <a:rPr lang="en-US" dirty="0"/>
              <a:t> </a:t>
            </a:r>
            <a:r>
              <a:rPr lang="en-US" dirty="0" err="1"/>
              <a:t>irukira</a:t>
            </a:r>
            <a:r>
              <a:rPr lang="en-US" dirty="0"/>
              <a:t> code push panna global repositories la poi serum </a:t>
            </a:r>
            <a:r>
              <a:rPr lang="en-US" dirty="0" err="1"/>
              <a:t>apparam</a:t>
            </a:r>
            <a:r>
              <a:rPr lang="en-US" dirty="0"/>
              <a:t> refresh panna </a:t>
            </a:r>
            <a:r>
              <a:rPr lang="en-US" dirty="0" err="1"/>
              <a:t>namma</a:t>
            </a:r>
            <a:r>
              <a:rPr lang="en-US" dirty="0"/>
              <a:t> code </a:t>
            </a:r>
            <a:r>
              <a:rPr lang="en-US" dirty="0" err="1"/>
              <a:t>anga</a:t>
            </a:r>
            <a:r>
              <a:rPr lang="en-US" dirty="0"/>
              <a:t> </a:t>
            </a:r>
            <a:r>
              <a:rPr lang="en-US" dirty="0" err="1"/>
              <a:t>irukhum</a:t>
            </a:r>
            <a:r>
              <a:rPr lang="en-US" dirty="0"/>
              <a:t> </a:t>
            </a:r>
            <a:br>
              <a:rPr lang="en-US" dirty="0"/>
            </a:br>
            <a:br>
              <a:rPr lang="en-US" dirty="0"/>
            </a:br>
            <a:r>
              <a:rPr lang="en-US" dirty="0" err="1"/>
              <a:t>Idhu</a:t>
            </a:r>
            <a:r>
              <a:rPr lang="en-US" dirty="0"/>
              <a:t> GitHub-la </a:t>
            </a:r>
            <a:r>
              <a:rPr lang="en-US" dirty="0" err="1"/>
              <a:t>irukkura</a:t>
            </a:r>
            <a:r>
              <a:rPr lang="en-US" dirty="0"/>
              <a:t> latest branch information-ai local Git-</a:t>
            </a:r>
            <a:r>
              <a:rPr lang="en-US" dirty="0" err="1"/>
              <a:t>ku</a:t>
            </a:r>
            <a:r>
              <a:rPr lang="en-US" dirty="0"/>
              <a:t> update </a:t>
            </a:r>
            <a:r>
              <a:rPr lang="en-US" dirty="0" err="1"/>
              <a:t>pannum</a:t>
            </a:r>
            <a:r>
              <a:rPr lang="en-US" dirty="0"/>
              <a:t>. Un working files-ai merge </a:t>
            </a:r>
            <a:r>
              <a:rPr lang="en-US" dirty="0" err="1"/>
              <a:t>pannaadhu</a:t>
            </a:r>
            <a:br>
              <a:rPr lang="en-US" dirty="0"/>
            </a:br>
            <a:br>
              <a:rPr lang="en-US" dirty="0"/>
            </a:br>
            <a:r>
              <a:rPr lang="en-US" dirty="0"/>
              <a:t>* main</a:t>
            </a:r>
          </a:p>
          <a:p>
            <a:pPr lvl="0"/>
            <a:r>
              <a:rPr lang="en-US" dirty="0"/>
              <a:t>  remotes/origin/</a:t>
            </a:r>
            <a:r>
              <a:rPr lang="en-US" dirty="0" err="1"/>
              <a:t>mainmain</a:t>
            </a:r>
            <a:r>
              <a:rPr lang="en-US" dirty="0"/>
              <a:t> → un local branch.</a:t>
            </a:r>
          </a:p>
          <a:p>
            <a:pPr lvl="0"/>
            <a:r>
              <a:rPr lang="en-US" dirty="0"/>
              <a:t>remotes/origin/main → GitHub remote branch-ai local-la represent </a:t>
            </a:r>
            <a:r>
              <a:rPr lang="en-US" dirty="0" err="1"/>
              <a:t>pannura</a:t>
            </a:r>
            <a:r>
              <a:rPr lang="en-US" dirty="0"/>
              <a:t> reference.</a:t>
            </a:r>
            <a:br>
              <a:rPr lang="en-US" dirty="0"/>
            </a:br>
            <a:br>
              <a:rPr lang="en-US" dirty="0"/>
            </a:br>
            <a:r>
              <a:rPr lang="en-US" dirty="0"/>
              <a:t>## main...origin/main</a:t>
            </a:r>
          </a:p>
          <a:p>
            <a:r>
              <a:rPr lang="en-US" dirty="0"/>
              <a:t> M "Playwright &amp; </a:t>
            </a:r>
            <a:r>
              <a:rPr lang="en-US" dirty="0" err="1"/>
              <a:t>API.pptx“Idhu</a:t>
            </a:r>
            <a:r>
              <a:rPr lang="en-US" dirty="0"/>
              <a:t> local branch-um remote-tracking branch-um same position-la </a:t>
            </a:r>
            <a:r>
              <a:rPr lang="en-US" dirty="0" err="1"/>
              <a:t>irukku</a:t>
            </a:r>
            <a:r>
              <a:rPr lang="en-US" dirty="0"/>
              <a:t>-nu indicate </a:t>
            </a:r>
            <a:r>
              <a:rPr lang="en-US" dirty="0" err="1"/>
              <a:t>pannalaam</a:t>
            </a:r>
            <a:r>
              <a:rPr lang="en-US" dirty="0"/>
              <a:t>.</a:t>
            </a:r>
          </a:p>
          <a:p>
            <a:pPr lvl="0"/>
            <a:r>
              <a:rPr lang="en-US" dirty="0"/>
              <a:t>Local main-la </a:t>
            </a:r>
            <a:r>
              <a:rPr lang="en-US" dirty="0" err="1"/>
              <a:t>illaadha</a:t>
            </a:r>
            <a:r>
              <a:rPr lang="en-US" dirty="0"/>
              <a:t> remote commits </a:t>
            </a:r>
            <a:r>
              <a:rPr lang="en-US" dirty="0" err="1"/>
              <a:t>irukka</a:t>
            </a:r>
            <a:r>
              <a:rPr lang="en-US" dirty="0"/>
              <a:t>-nu </a:t>
            </a:r>
            <a:r>
              <a:rPr lang="en-US" dirty="0" err="1"/>
              <a:t>paakka</a:t>
            </a:r>
            <a:r>
              <a:rPr lang="en-US" dirty="0"/>
              <a:t>:</a:t>
            </a:r>
            <a:br>
              <a:rPr lang="en-US" dirty="0"/>
            </a:br>
            <a:br>
              <a:rPr lang="en-US" dirty="0"/>
            </a:br>
            <a:r>
              <a:rPr lang="en-US" dirty="0"/>
              <a:t>Output-la commits </a:t>
            </a:r>
            <a:r>
              <a:rPr lang="en-US" dirty="0" err="1"/>
              <a:t>vandha</a:t>
            </a:r>
            <a:r>
              <a:rPr lang="en-US" dirty="0"/>
              <a:t>, </a:t>
            </a:r>
            <a:r>
              <a:rPr lang="en-US" dirty="0" err="1"/>
              <a:t>avai</a:t>
            </a:r>
            <a:r>
              <a:rPr lang="en-US" dirty="0"/>
              <a:t> remote branch-la </a:t>
            </a:r>
            <a:r>
              <a:rPr lang="en-US" dirty="0" err="1"/>
              <a:t>irukku</a:t>
            </a:r>
            <a:r>
              <a:rPr lang="en-US" dirty="0"/>
              <a:t>; local main-la </a:t>
            </a:r>
            <a:r>
              <a:rPr lang="en-US" dirty="0" err="1"/>
              <a:t>innum</a:t>
            </a:r>
            <a:r>
              <a:rPr lang="en-US" dirty="0"/>
              <a:t> </a:t>
            </a:r>
            <a:r>
              <a:rPr lang="en-US" dirty="0" err="1"/>
              <a:t>illai</a:t>
            </a:r>
            <a:r>
              <a:rPr lang="en-US" dirty="0"/>
              <a:t>.</a:t>
            </a:r>
          </a:p>
          <a:p>
            <a:pPr lvl="0"/>
            <a:r>
              <a:rPr lang="en-US" dirty="0"/>
              <a:t>Output empty-ah </a:t>
            </a:r>
            <a:r>
              <a:rPr lang="en-US" dirty="0" err="1"/>
              <a:t>irundha</a:t>
            </a:r>
            <a:r>
              <a:rPr lang="en-US" dirty="0"/>
              <a:t>, remote main-la local main-ai </a:t>
            </a:r>
            <a:r>
              <a:rPr lang="en-US" dirty="0" err="1"/>
              <a:t>vida</a:t>
            </a:r>
            <a:r>
              <a:rPr lang="en-US" dirty="0"/>
              <a:t> </a:t>
            </a:r>
            <a:r>
              <a:rPr lang="en-US" dirty="0" err="1"/>
              <a:t>pudhu</a:t>
            </a:r>
            <a:r>
              <a:rPr lang="en-US" dirty="0"/>
              <a:t> commits </a:t>
            </a:r>
            <a:r>
              <a:rPr lang="en-US" dirty="0" err="1"/>
              <a:t>illai</a:t>
            </a:r>
            <a:r>
              <a:rPr lang="en-US" dirty="0"/>
              <a:t>.</a:t>
            </a:r>
          </a:p>
          <a:p>
            <a:endParaRPr lang="en-US" dirty="0"/>
          </a:p>
          <a:p>
            <a:pPr lvl="0"/>
            <a:endParaRPr lang="en-US" dirty="0"/>
          </a:p>
          <a:p>
            <a:pPr algn="ctr"/>
            <a:endParaRPr lang="en-US" dirty="0"/>
          </a:p>
        </p:txBody>
      </p:sp>
      <p:sp>
        <p:nvSpPr>
          <p:cNvPr id="4" name="Rectangle 3">
            <a:extLst>
              <a:ext uri="{FF2B5EF4-FFF2-40B4-BE49-F238E27FC236}">
                <a16:creationId xmlns:a16="http://schemas.microsoft.com/office/drawing/2014/main" id="{41901E26-5FF9-7371-8F57-F3A3CD1D76D9}"/>
              </a:ext>
            </a:extLst>
          </p:cNvPr>
          <p:cNvSpPr/>
          <p:nvPr/>
        </p:nvSpPr>
        <p:spPr>
          <a:xfrm>
            <a:off x="575734" y="152401"/>
            <a:ext cx="3318933" cy="58250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git branch -M main</a:t>
            </a:r>
          </a:p>
          <a:p>
            <a:pPr algn="ctr"/>
            <a:r>
              <a:rPr lang="en-US" dirty="0"/>
              <a:t>git push -u origin main</a:t>
            </a:r>
            <a:br>
              <a:rPr lang="en-US" dirty="0"/>
            </a:br>
            <a:br>
              <a:rPr lang="en-US" dirty="0"/>
            </a:br>
            <a:r>
              <a:rPr lang="en-US" dirty="0"/>
              <a:t>git fetch origin</a:t>
            </a:r>
            <a:br>
              <a:rPr lang="en-US" dirty="0"/>
            </a:br>
            <a:br>
              <a:rPr lang="en-US" dirty="0"/>
            </a:br>
            <a:r>
              <a:rPr lang="en-US" dirty="0"/>
              <a:t>git branch –a</a:t>
            </a:r>
            <a:br>
              <a:rPr lang="en-US" dirty="0"/>
            </a:br>
            <a:br>
              <a:rPr lang="en-US" dirty="0"/>
            </a:br>
            <a:r>
              <a:rPr lang="en-US" dirty="0"/>
              <a:t>git status –sb</a:t>
            </a:r>
            <a:br>
              <a:rPr lang="en-US" dirty="0"/>
            </a:br>
            <a:br>
              <a:rPr lang="en-US" dirty="0"/>
            </a:br>
            <a:r>
              <a:rPr lang="en-US" dirty="0"/>
              <a:t>git log --</a:t>
            </a:r>
            <a:r>
              <a:rPr lang="en-US" dirty="0" err="1"/>
              <a:t>oneline</a:t>
            </a:r>
            <a:r>
              <a:rPr lang="en-US" dirty="0"/>
              <a:t> </a:t>
            </a:r>
            <a:r>
              <a:rPr lang="en-US" dirty="0" err="1"/>
              <a:t>main..origin</a:t>
            </a:r>
            <a:r>
              <a:rPr lang="en-US" dirty="0"/>
              <a:t>/main</a:t>
            </a:r>
            <a:br>
              <a:rPr lang="en-US" dirty="0"/>
            </a:br>
            <a:br>
              <a:rPr lang="en-US" dirty="0"/>
            </a:br>
            <a:endParaRPr lang="en-US" dirty="0"/>
          </a:p>
          <a:p>
            <a:pPr algn="ctr"/>
            <a:endParaRPr lang="en-US" dirty="0"/>
          </a:p>
        </p:txBody>
      </p:sp>
      <p:cxnSp>
        <p:nvCxnSpPr>
          <p:cNvPr id="6" name="Straight Arrow Connector 5">
            <a:extLst>
              <a:ext uri="{FF2B5EF4-FFF2-40B4-BE49-F238E27FC236}">
                <a16:creationId xmlns:a16="http://schemas.microsoft.com/office/drawing/2014/main" id="{CC6047EC-4CDA-F3F7-6C5C-A396CAB93B62}"/>
              </a:ext>
            </a:extLst>
          </p:cNvPr>
          <p:cNvCxnSpPr/>
          <p:nvPr/>
        </p:nvCxnSpPr>
        <p:spPr>
          <a:xfrm flipV="1">
            <a:off x="3259667" y="618067"/>
            <a:ext cx="1168400" cy="651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E773E1D7-D9D1-3046-F5BF-031477599371}"/>
              </a:ext>
            </a:extLst>
          </p:cNvPr>
          <p:cNvCxnSpPr>
            <a:cxnSpLocks/>
          </p:cNvCxnSpPr>
          <p:nvPr/>
        </p:nvCxnSpPr>
        <p:spPr>
          <a:xfrm flipV="1">
            <a:off x="3115733" y="1473200"/>
            <a:ext cx="1413934" cy="6519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AEA5D7C6-2C07-B9F4-9148-4ABF3AE7861A}"/>
              </a:ext>
            </a:extLst>
          </p:cNvPr>
          <p:cNvCxnSpPr/>
          <p:nvPr/>
        </p:nvCxnSpPr>
        <p:spPr>
          <a:xfrm flipV="1">
            <a:off x="3073400" y="2573867"/>
            <a:ext cx="1354667" cy="762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B53CCE5-13CD-795C-ECE1-3E5DBA35FBF2}"/>
              </a:ext>
            </a:extLst>
          </p:cNvPr>
          <p:cNvCxnSpPr/>
          <p:nvPr/>
        </p:nvCxnSpPr>
        <p:spPr>
          <a:xfrm>
            <a:off x="3039533" y="3259667"/>
            <a:ext cx="1388534" cy="3725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3631377-D336-A621-E950-3510259DD6E6}"/>
              </a:ext>
            </a:extLst>
          </p:cNvPr>
          <p:cNvCxnSpPr/>
          <p:nvPr/>
        </p:nvCxnSpPr>
        <p:spPr>
          <a:xfrm>
            <a:off x="3344333" y="4047067"/>
            <a:ext cx="1185334" cy="787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5208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585664-8AB7-805E-85D5-390FAE6DD8B8}"/>
              </a:ext>
            </a:extLst>
          </p:cNvPr>
          <p:cNvSpPr/>
          <p:nvPr/>
        </p:nvSpPr>
        <p:spPr>
          <a:xfrm>
            <a:off x="118533" y="127000"/>
            <a:ext cx="4546600" cy="62568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git log --</a:t>
            </a:r>
            <a:r>
              <a:rPr lang="en-US" dirty="0" err="1"/>
              <a:t>oneline</a:t>
            </a:r>
            <a:r>
              <a:rPr lang="en-US" dirty="0"/>
              <a:t> </a:t>
            </a:r>
          </a:p>
          <a:p>
            <a:endParaRPr lang="en-US" dirty="0"/>
          </a:p>
          <a:p>
            <a:r>
              <a:rPr lang="en-US" dirty="0" err="1"/>
              <a:t>Ippa</a:t>
            </a:r>
            <a:r>
              <a:rPr lang="en-US" dirty="0"/>
              <a:t> </a:t>
            </a:r>
            <a:r>
              <a:rPr lang="en-US" dirty="0" err="1"/>
              <a:t>na</a:t>
            </a:r>
            <a:r>
              <a:rPr lang="en-US" dirty="0"/>
              <a:t> </a:t>
            </a:r>
            <a:r>
              <a:rPr lang="en-US" dirty="0" err="1"/>
              <a:t>oru</a:t>
            </a:r>
            <a:r>
              <a:rPr lang="en-US" dirty="0"/>
              <a:t> read me file project la create </a:t>
            </a:r>
            <a:r>
              <a:rPr lang="en-US" dirty="0" err="1"/>
              <a:t>panniruka</a:t>
            </a:r>
            <a:r>
              <a:rPr lang="en-US" dirty="0"/>
              <a:t> and status check panna porn it will show untracked file</a:t>
            </a:r>
            <a:br>
              <a:rPr lang="en-US" dirty="0"/>
            </a:br>
            <a:br>
              <a:rPr lang="en-US" dirty="0"/>
            </a:br>
            <a:r>
              <a:rPr lang="en-US" dirty="0"/>
              <a:t>git add README.md, git status, git commit -m "docs: update project README“, git push origin main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Rectangle 2">
            <a:extLst>
              <a:ext uri="{FF2B5EF4-FFF2-40B4-BE49-F238E27FC236}">
                <a16:creationId xmlns:a16="http://schemas.microsoft.com/office/drawing/2014/main" id="{F5D424FE-8A2C-B00D-3A7F-7D92A107C998}"/>
              </a:ext>
            </a:extLst>
          </p:cNvPr>
          <p:cNvSpPr/>
          <p:nvPr/>
        </p:nvSpPr>
        <p:spPr>
          <a:xfrm>
            <a:off x="4919133" y="169333"/>
            <a:ext cx="7061200" cy="61383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git log --</a:t>
            </a:r>
            <a:r>
              <a:rPr lang="en-US" dirty="0" err="1"/>
              <a:t>oneline</a:t>
            </a:r>
            <a:r>
              <a:rPr lang="en-US" dirty="0"/>
              <a:t> </a:t>
            </a:r>
            <a:r>
              <a:rPr lang="en-US" dirty="0" err="1"/>
              <a:t>kudutha</a:t>
            </a:r>
            <a:r>
              <a:rPr lang="en-US" dirty="0"/>
              <a:t>, un Git repository-la </a:t>
            </a:r>
            <a:r>
              <a:rPr lang="en-US" dirty="0" err="1"/>
              <a:t>irukkura</a:t>
            </a:r>
            <a:r>
              <a:rPr lang="en-US" dirty="0"/>
              <a:t> commit history-ai short format-la </a:t>
            </a:r>
            <a:r>
              <a:rPr lang="en-US" dirty="0" err="1"/>
              <a:t>paarkkalaam</a:t>
            </a:r>
            <a:r>
              <a:rPr lang="en-US" dirty="0"/>
              <a:t>. cf6a381 (HEAD -&gt; main, origin/main, origin/HEAD) Initial commit</a:t>
            </a:r>
          </a:p>
          <a:p>
            <a:pPr algn="ctr"/>
            <a:endParaRPr lang="en-US" dirty="0"/>
          </a:p>
          <a:p>
            <a:pPr algn="ctr"/>
            <a:endParaRPr lang="en-US" dirty="0"/>
          </a:p>
          <a:p>
            <a:pPr algn="ctr"/>
            <a:r>
              <a:rPr lang="en-US" dirty="0"/>
              <a:t>Untracked files:</a:t>
            </a:r>
          </a:p>
          <a:p>
            <a:pPr algn="ctr"/>
            <a:r>
              <a:rPr lang="en-US" dirty="0"/>
              <a:t>  (use "git add &lt;file&gt;..." to include in what will be committed)</a:t>
            </a:r>
          </a:p>
          <a:p>
            <a:pPr algn="ctr"/>
            <a:r>
              <a:rPr lang="en-US" dirty="0"/>
              <a:t>        readme.txt</a:t>
            </a:r>
          </a:p>
          <a:p>
            <a:pPr algn="ctr"/>
            <a:endParaRPr lang="en-US" dirty="0"/>
          </a:p>
          <a:p>
            <a:pPr algn="ctr"/>
            <a:r>
              <a:rPr lang="en-US" dirty="0"/>
              <a:t>no changes added to commit (use "git add" and/or "git commit -a")</a:t>
            </a:r>
          </a:p>
          <a:p>
            <a:pPr algn="ctr"/>
            <a:r>
              <a:rPr lang="en-US" dirty="0"/>
              <a:t>PS C:\Users\haris\OneDrive\Desktop\compplaywright</a:t>
            </a:r>
            <a:br>
              <a:rPr lang="en-US" dirty="0"/>
            </a:br>
            <a:br>
              <a:rPr lang="en-US" dirty="0"/>
            </a:br>
            <a:r>
              <a:rPr lang="en-US" dirty="0"/>
              <a:t>so </a:t>
            </a:r>
            <a:r>
              <a:rPr lang="en-US" dirty="0" err="1"/>
              <a:t>pudhu</a:t>
            </a:r>
            <a:r>
              <a:rPr lang="en-US" dirty="0"/>
              <a:t> file create panni add panni commit panni push </a:t>
            </a:r>
            <a:r>
              <a:rPr lang="en-US" dirty="0" err="1"/>
              <a:t>pandrom</a:t>
            </a: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graphicFrame>
        <p:nvGraphicFramePr>
          <p:cNvPr id="4" name="Table 3">
            <a:extLst>
              <a:ext uri="{FF2B5EF4-FFF2-40B4-BE49-F238E27FC236}">
                <a16:creationId xmlns:a16="http://schemas.microsoft.com/office/drawing/2014/main" id="{04C91345-727C-F04C-BE6A-6DBD3A1AD73E}"/>
              </a:ext>
            </a:extLst>
          </p:cNvPr>
          <p:cNvGraphicFramePr>
            <a:graphicFrameLocks noGrp="1"/>
          </p:cNvGraphicFramePr>
          <p:nvPr>
            <p:extLst>
              <p:ext uri="{D42A27DB-BD31-4B8C-83A1-F6EECF244321}">
                <p14:modId xmlns:p14="http://schemas.microsoft.com/office/powerpoint/2010/main" val="1638703089"/>
              </p:ext>
            </p:extLst>
          </p:nvPr>
        </p:nvGraphicFramePr>
        <p:xfrm>
          <a:off x="668866" y="4353560"/>
          <a:ext cx="10515600" cy="17373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761609127"/>
                    </a:ext>
                  </a:extLst>
                </a:gridCol>
                <a:gridCol w="5257800">
                  <a:extLst>
                    <a:ext uri="{9D8B030D-6E8A-4147-A177-3AD203B41FA5}">
                      <a16:colId xmlns:a16="http://schemas.microsoft.com/office/drawing/2014/main" val="3208763549"/>
                    </a:ext>
                  </a:extLst>
                </a:gridCol>
              </a:tblGrid>
              <a:tr h="0">
                <a:tc>
                  <a:txBody>
                    <a:bodyPr/>
                    <a:lstStyle/>
                    <a:p>
                      <a:pPr>
                        <a:buNone/>
                      </a:pPr>
                      <a:r>
                        <a:rPr lang="en-US"/>
                        <a:t>Command</a:t>
                      </a:r>
                    </a:p>
                  </a:txBody>
                  <a:tcPr anchor="ctr"/>
                </a:tc>
                <a:tc>
                  <a:txBody>
                    <a:bodyPr/>
                    <a:lstStyle/>
                    <a:p>
                      <a:pPr>
                        <a:buNone/>
                      </a:pPr>
                      <a:r>
                        <a:rPr lang="en-US"/>
                        <a:t>Meaning</a:t>
                      </a:r>
                    </a:p>
                  </a:txBody>
                  <a:tcPr anchor="ctr"/>
                </a:tc>
                <a:extLst>
                  <a:ext uri="{0D108BD9-81ED-4DB2-BD59-A6C34878D82A}">
                    <a16:rowId xmlns:a16="http://schemas.microsoft.com/office/drawing/2014/main" val="1744299222"/>
                  </a:ext>
                </a:extLst>
              </a:tr>
              <a:tr h="0">
                <a:tc>
                  <a:txBody>
                    <a:bodyPr/>
                    <a:lstStyle/>
                    <a:p>
                      <a:pPr>
                        <a:buNone/>
                      </a:pPr>
                      <a:r>
                        <a:rPr lang="en-US"/>
                        <a:t>git push</a:t>
                      </a:r>
                    </a:p>
                  </a:txBody>
                  <a:tcPr anchor="ctr"/>
                </a:tc>
                <a:tc>
                  <a:txBody>
                    <a:bodyPr/>
                    <a:lstStyle/>
                    <a:p>
                      <a:pPr>
                        <a:buNone/>
                      </a:pPr>
                      <a:r>
                        <a:rPr lang="en-US"/>
                        <a:t>Configured upstream branch-ku push pannum.</a:t>
                      </a:r>
                    </a:p>
                  </a:txBody>
                  <a:tcPr anchor="ctr"/>
                </a:tc>
                <a:extLst>
                  <a:ext uri="{0D108BD9-81ED-4DB2-BD59-A6C34878D82A}">
                    <a16:rowId xmlns:a16="http://schemas.microsoft.com/office/drawing/2014/main" val="1822441262"/>
                  </a:ext>
                </a:extLst>
              </a:tr>
              <a:tr h="0">
                <a:tc>
                  <a:txBody>
                    <a:bodyPr/>
                    <a:lstStyle/>
                    <a:p>
                      <a:pPr>
                        <a:buNone/>
                      </a:pPr>
                      <a:r>
                        <a:rPr lang="en-US"/>
                        <a:t>git push origin main</a:t>
                      </a:r>
                    </a:p>
                  </a:txBody>
                  <a:tcPr anchor="ctr"/>
                </a:tc>
                <a:tc>
                  <a:txBody>
                    <a:bodyPr/>
                    <a:lstStyle/>
                    <a:p>
                      <a:pPr>
                        <a:buNone/>
                      </a:pPr>
                      <a:r>
                        <a:rPr lang="en-US"/>
                        <a:t>origin remote-oda main branch-ku explicit-ah push pannum.</a:t>
                      </a:r>
                    </a:p>
                  </a:txBody>
                  <a:tcPr anchor="ctr"/>
                </a:tc>
                <a:extLst>
                  <a:ext uri="{0D108BD9-81ED-4DB2-BD59-A6C34878D82A}">
                    <a16:rowId xmlns:a16="http://schemas.microsoft.com/office/drawing/2014/main" val="1013735225"/>
                  </a:ext>
                </a:extLst>
              </a:tr>
              <a:tr h="0">
                <a:tc>
                  <a:txBody>
                    <a:bodyPr/>
                    <a:lstStyle/>
                    <a:p>
                      <a:pPr>
                        <a:buNone/>
                      </a:pPr>
                      <a:r>
                        <a:rPr lang="en-US"/>
                        <a:t>git push -u origin main</a:t>
                      </a:r>
                    </a:p>
                  </a:txBody>
                  <a:tcPr anchor="ctr"/>
                </a:tc>
                <a:tc>
                  <a:txBody>
                    <a:bodyPr/>
                    <a:lstStyle/>
                    <a:p>
                      <a:pPr>
                        <a:buNone/>
                      </a:pPr>
                      <a:r>
                        <a:rPr lang="en-US" dirty="0"/>
                        <a:t>Push </a:t>
                      </a:r>
                      <a:r>
                        <a:rPr lang="en-US" dirty="0" err="1"/>
                        <a:t>pannum</a:t>
                      </a:r>
                      <a:r>
                        <a:rPr lang="en-US" dirty="0"/>
                        <a:t>; upstream tracking-um set </a:t>
                      </a:r>
                      <a:r>
                        <a:rPr lang="en-US" dirty="0" err="1"/>
                        <a:t>pannum</a:t>
                      </a:r>
                      <a:r>
                        <a:rPr lang="en-US" dirty="0"/>
                        <a:t>.</a:t>
                      </a:r>
                    </a:p>
                  </a:txBody>
                  <a:tcPr anchor="ctr"/>
                </a:tc>
                <a:extLst>
                  <a:ext uri="{0D108BD9-81ED-4DB2-BD59-A6C34878D82A}">
                    <a16:rowId xmlns:a16="http://schemas.microsoft.com/office/drawing/2014/main" val="2717325583"/>
                  </a:ext>
                </a:extLst>
              </a:tr>
            </a:tbl>
          </a:graphicData>
        </a:graphic>
      </p:graphicFrame>
    </p:spTree>
    <p:extLst>
      <p:ext uri="{BB962C8B-B14F-4D97-AF65-F5344CB8AC3E}">
        <p14:creationId xmlns:p14="http://schemas.microsoft.com/office/powerpoint/2010/main" val="4927932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2414F9-8A9D-A927-C798-7EF760ABF268}"/>
              </a:ext>
            </a:extLst>
          </p:cNvPr>
          <p:cNvSpPr/>
          <p:nvPr/>
        </p:nvSpPr>
        <p:spPr>
          <a:xfrm>
            <a:off x="406400" y="296333"/>
            <a:ext cx="5892800" cy="6019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git switch -c feature/</a:t>
            </a:r>
            <a:r>
              <a:rPr lang="en-US" dirty="0" err="1"/>
              <a:t>api</a:t>
            </a:r>
            <a:r>
              <a:rPr lang="en-US" dirty="0"/>
              <a:t>-documentation</a:t>
            </a:r>
          </a:p>
          <a:p>
            <a:pPr algn="ctr"/>
            <a:endParaRPr lang="en-US" dirty="0"/>
          </a:p>
          <a:p>
            <a:pPr algn="ctr"/>
            <a:r>
              <a:rPr lang="en-US" dirty="0" err="1"/>
              <a:t>Ippa</a:t>
            </a:r>
            <a:r>
              <a:rPr lang="en-US" dirty="0"/>
              <a:t> </a:t>
            </a:r>
            <a:r>
              <a:rPr lang="en-US" dirty="0" err="1"/>
              <a:t>pudhu</a:t>
            </a:r>
            <a:r>
              <a:rPr lang="en-US" dirty="0"/>
              <a:t> file </a:t>
            </a:r>
            <a:r>
              <a:rPr lang="en-US" dirty="0" err="1"/>
              <a:t>onnu</a:t>
            </a:r>
            <a:r>
              <a:rPr lang="en-US" dirty="0"/>
              <a:t> create </a:t>
            </a:r>
            <a:r>
              <a:rPr lang="en-US" dirty="0" err="1"/>
              <a:t>panniruka</a:t>
            </a:r>
            <a:r>
              <a:rPr lang="en-US" dirty="0"/>
              <a:t> UI task nu status check </a:t>
            </a:r>
            <a:r>
              <a:rPr lang="en-US" dirty="0" err="1"/>
              <a:t>pannina</a:t>
            </a:r>
            <a:r>
              <a:rPr lang="en-US" dirty="0"/>
              <a:t> untrack nu </a:t>
            </a:r>
            <a:r>
              <a:rPr lang="en-US" dirty="0" err="1"/>
              <a:t>irukhum</a:t>
            </a:r>
            <a:endParaRPr lang="en-US" dirty="0"/>
          </a:p>
          <a:p>
            <a:pPr algn="ctr"/>
            <a:endParaRPr lang="en-US" dirty="0"/>
          </a:p>
          <a:p>
            <a:pPr algn="ctr"/>
            <a:r>
              <a:rPr lang="en-US" dirty="0"/>
              <a:t>git push -u origin </a:t>
            </a:r>
            <a:r>
              <a:rPr lang="en-US" dirty="0" err="1"/>
              <a:t>api</a:t>
            </a:r>
            <a:r>
              <a:rPr lang="en-US" dirty="0"/>
              <a:t>-automation</a:t>
            </a:r>
            <a:br>
              <a:rPr lang="en-US" dirty="0"/>
            </a:br>
            <a:endParaRPr lang="en-US" dirty="0"/>
          </a:p>
        </p:txBody>
      </p:sp>
      <p:sp>
        <p:nvSpPr>
          <p:cNvPr id="3" name="Rectangle 2">
            <a:extLst>
              <a:ext uri="{FF2B5EF4-FFF2-40B4-BE49-F238E27FC236}">
                <a16:creationId xmlns:a16="http://schemas.microsoft.com/office/drawing/2014/main" id="{C3F14A55-C510-459C-3598-1AD4A7713A1E}"/>
              </a:ext>
            </a:extLst>
          </p:cNvPr>
          <p:cNvSpPr/>
          <p:nvPr/>
        </p:nvSpPr>
        <p:spPr>
          <a:xfrm>
            <a:off x="6527800" y="296333"/>
            <a:ext cx="5384800" cy="6019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Pudhu</a:t>
            </a:r>
            <a:r>
              <a:rPr lang="en-US" dirty="0"/>
              <a:t> branch create </a:t>
            </a:r>
            <a:r>
              <a:rPr lang="en-US" dirty="0" err="1"/>
              <a:t>pannirukan</a:t>
            </a:r>
            <a:r>
              <a:rPr lang="en-US" dirty="0"/>
              <a:t> </a:t>
            </a:r>
            <a:r>
              <a:rPr lang="en-US" dirty="0" err="1"/>
              <a:t>ippa</a:t>
            </a:r>
            <a:r>
              <a:rPr lang="en-US" dirty="0"/>
              <a:t> git branch nu </a:t>
            </a:r>
            <a:r>
              <a:rPr lang="en-US" dirty="0" err="1"/>
              <a:t>kudutha</a:t>
            </a:r>
            <a:r>
              <a:rPr lang="en-US" dirty="0"/>
              <a:t> </a:t>
            </a:r>
            <a:r>
              <a:rPr lang="en-US" dirty="0" err="1"/>
              <a:t>pudhu</a:t>
            </a:r>
            <a:r>
              <a:rPr lang="en-US" dirty="0"/>
              <a:t> branch la </a:t>
            </a:r>
            <a:r>
              <a:rPr lang="en-US" dirty="0" err="1"/>
              <a:t>irukhum</a:t>
            </a:r>
            <a:r>
              <a:rPr lang="en-US" dirty="0"/>
              <a:t> PS C:\Users\haris\OneDrive\Desktop\compplaywright&gt; git branch</a:t>
            </a:r>
          </a:p>
          <a:p>
            <a:pPr algn="ctr"/>
            <a:r>
              <a:rPr lang="en-US" dirty="0"/>
              <a:t>* </a:t>
            </a:r>
            <a:r>
              <a:rPr lang="en-US" dirty="0" err="1"/>
              <a:t>api</a:t>
            </a:r>
            <a:r>
              <a:rPr lang="en-US" dirty="0"/>
              <a:t>-automation</a:t>
            </a:r>
          </a:p>
          <a:p>
            <a:pPr algn="ctr"/>
            <a:r>
              <a:rPr lang="en-US" dirty="0"/>
              <a:t>  main</a:t>
            </a:r>
          </a:p>
          <a:p>
            <a:pPr algn="ctr"/>
            <a:r>
              <a:rPr lang="en-US" dirty="0"/>
              <a:t>PS C:\Users\haris\OneDrive\Desktop\compplaywright&gt;</a:t>
            </a:r>
          </a:p>
          <a:p>
            <a:pPr algn="ctr"/>
            <a:endParaRPr lang="en-US" dirty="0"/>
          </a:p>
          <a:p>
            <a:pPr algn="ctr"/>
            <a:r>
              <a:rPr lang="en-US" dirty="0" err="1"/>
              <a:t>Ippa</a:t>
            </a:r>
            <a:r>
              <a:rPr lang="en-US" dirty="0"/>
              <a:t> </a:t>
            </a:r>
            <a:r>
              <a:rPr lang="en-US" dirty="0" err="1"/>
              <a:t>namma</a:t>
            </a:r>
            <a:r>
              <a:rPr lang="en-US" dirty="0"/>
              <a:t> </a:t>
            </a:r>
            <a:r>
              <a:rPr lang="en-US" dirty="0" err="1"/>
              <a:t>pudusa</a:t>
            </a:r>
            <a:r>
              <a:rPr lang="en-US" dirty="0"/>
              <a:t> create panna branch </a:t>
            </a:r>
            <a:r>
              <a:rPr lang="en-US" dirty="0" err="1"/>
              <a:t>ku</a:t>
            </a:r>
            <a:r>
              <a:rPr lang="en-US" dirty="0"/>
              <a:t> upstream set panni push </a:t>
            </a:r>
            <a:r>
              <a:rPr lang="en-US" dirty="0" err="1"/>
              <a:t>pandrom</a:t>
            </a:r>
            <a:r>
              <a:rPr lang="en-US" dirty="0"/>
              <a:t> </a:t>
            </a:r>
          </a:p>
        </p:txBody>
      </p:sp>
      <p:graphicFrame>
        <p:nvGraphicFramePr>
          <p:cNvPr id="4" name="Table 3">
            <a:extLst>
              <a:ext uri="{FF2B5EF4-FFF2-40B4-BE49-F238E27FC236}">
                <a16:creationId xmlns:a16="http://schemas.microsoft.com/office/drawing/2014/main" id="{DC5A2B08-2788-1D49-2FB5-5028611F4D88}"/>
              </a:ext>
            </a:extLst>
          </p:cNvPr>
          <p:cNvGraphicFramePr>
            <a:graphicFrameLocks noGrp="1"/>
          </p:cNvGraphicFramePr>
          <p:nvPr>
            <p:extLst>
              <p:ext uri="{D42A27DB-BD31-4B8C-83A1-F6EECF244321}">
                <p14:modId xmlns:p14="http://schemas.microsoft.com/office/powerpoint/2010/main" val="784340301"/>
              </p:ext>
            </p:extLst>
          </p:nvPr>
        </p:nvGraphicFramePr>
        <p:xfrm>
          <a:off x="838200" y="5054547"/>
          <a:ext cx="10515600" cy="17373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714589826"/>
                    </a:ext>
                  </a:extLst>
                </a:gridCol>
                <a:gridCol w="5257800">
                  <a:extLst>
                    <a:ext uri="{9D8B030D-6E8A-4147-A177-3AD203B41FA5}">
                      <a16:colId xmlns:a16="http://schemas.microsoft.com/office/drawing/2014/main" val="3318308336"/>
                    </a:ext>
                  </a:extLst>
                </a:gridCol>
              </a:tblGrid>
              <a:tr h="0">
                <a:tc>
                  <a:txBody>
                    <a:bodyPr/>
                    <a:lstStyle/>
                    <a:p>
                      <a:pPr>
                        <a:buNone/>
                      </a:pPr>
                      <a:r>
                        <a:rPr lang="en-US"/>
                        <a:t>Command</a:t>
                      </a:r>
                    </a:p>
                  </a:txBody>
                  <a:tcPr anchor="ctr"/>
                </a:tc>
                <a:tc>
                  <a:txBody>
                    <a:bodyPr/>
                    <a:lstStyle/>
                    <a:p>
                      <a:pPr>
                        <a:buNone/>
                      </a:pPr>
                      <a:r>
                        <a:rPr lang="en-US"/>
                        <a:t>Meaning</a:t>
                      </a:r>
                    </a:p>
                  </a:txBody>
                  <a:tcPr anchor="ctr"/>
                </a:tc>
                <a:extLst>
                  <a:ext uri="{0D108BD9-81ED-4DB2-BD59-A6C34878D82A}">
                    <a16:rowId xmlns:a16="http://schemas.microsoft.com/office/drawing/2014/main" val="2502611759"/>
                  </a:ext>
                </a:extLst>
              </a:tr>
              <a:tr h="0">
                <a:tc>
                  <a:txBody>
                    <a:bodyPr/>
                    <a:lstStyle/>
                    <a:p>
                      <a:pPr>
                        <a:buNone/>
                      </a:pPr>
                      <a:r>
                        <a:rPr lang="en-US"/>
                        <a:t>git switch main</a:t>
                      </a:r>
                    </a:p>
                  </a:txBody>
                  <a:tcPr anchor="ctr"/>
                </a:tc>
                <a:tc>
                  <a:txBody>
                    <a:bodyPr/>
                    <a:lstStyle/>
                    <a:p>
                      <a:pPr>
                        <a:buNone/>
                      </a:pPr>
                      <a:r>
                        <a:rPr lang="en-US"/>
                        <a:t>Existing main branch-ku switch aagum</a:t>
                      </a:r>
                    </a:p>
                  </a:txBody>
                  <a:tcPr anchor="ctr"/>
                </a:tc>
                <a:extLst>
                  <a:ext uri="{0D108BD9-81ED-4DB2-BD59-A6C34878D82A}">
                    <a16:rowId xmlns:a16="http://schemas.microsoft.com/office/drawing/2014/main" val="4102867217"/>
                  </a:ext>
                </a:extLst>
              </a:tr>
              <a:tr h="0">
                <a:tc>
                  <a:txBody>
                    <a:bodyPr/>
                    <a:lstStyle/>
                    <a:p>
                      <a:pPr>
                        <a:buNone/>
                      </a:pPr>
                      <a:r>
                        <a:rPr lang="en-US"/>
                        <a:t>git switch -c api-automation</a:t>
                      </a:r>
                    </a:p>
                  </a:txBody>
                  <a:tcPr anchor="ctr"/>
                </a:tc>
                <a:tc>
                  <a:txBody>
                    <a:bodyPr/>
                    <a:lstStyle/>
                    <a:p>
                      <a:pPr>
                        <a:buNone/>
                      </a:pPr>
                      <a:r>
                        <a:rPr lang="en-US"/>
                        <a:t>Pudhu branch create panni switch aagum</a:t>
                      </a:r>
                    </a:p>
                  </a:txBody>
                  <a:tcPr anchor="ctr"/>
                </a:tc>
                <a:extLst>
                  <a:ext uri="{0D108BD9-81ED-4DB2-BD59-A6C34878D82A}">
                    <a16:rowId xmlns:a16="http://schemas.microsoft.com/office/drawing/2014/main" val="3017579033"/>
                  </a:ext>
                </a:extLst>
              </a:tr>
              <a:tr h="0">
                <a:tc>
                  <a:txBody>
                    <a:bodyPr/>
                    <a:lstStyle/>
                    <a:p>
                      <a:pPr>
                        <a:buNone/>
                      </a:pPr>
                      <a:r>
                        <a:rPr lang="en-US"/>
                        <a:t>git switch api-automation</a:t>
                      </a:r>
                    </a:p>
                  </a:txBody>
                  <a:tcPr anchor="ctr"/>
                </a:tc>
                <a:tc>
                  <a:txBody>
                    <a:bodyPr/>
                    <a:lstStyle/>
                    <a:p>
                      <a:pPr>
                        <a:buNone/>
                      </a:pPr>
                      <a:r>
                        <a:rPr lang="en-US" dirty="0"/>
                        <a:t>Already </a:t>
                      </a:r>
                      <a:r>
                        <a:rPr lang="en-US" dirty="0" err="1"/>
                        <a:t>irukkura</a:t>
                      </a:r>
                      <a:r>
                        <a:rPr lang="en-US" dirty="0"/>
                        <a:t> </a:t>
                      </a:r>
                      <a:r>
                        <a:rPr lang="en-US" dirty="0" err="1"/>
                        <a:t>api</a:t>
                      </a:r>
                      <a:r>
                        <a:rPr lang="en-US" dirty="0"/>
                        <a:t>-automation branch-</a:t>
                      </a:r>
                      <a:r>
                        <a:rPr lang="en-US" dirty="0" err="1"/>
                        <a:t>ku</a:t>
                      </a:r>
                      <a:r>
                        <a:rPr lang="en-US" dirty="0"/>
                        <a:t> switch </a:t>
                      </a:r>
                      <a:r>
                        <a:rPr lang="en-US" dirty="0" err="1"/>
                        <a:t>aagum</a:t>
                      </a:r>
                      <a:endParaRPr lang="en-US" dirty="0"/>
                    </a:p>
                  </a:txBody>
                  <a:tcPr anchor="ctr"/>
                </a:tc>
                <a:extLst>
                  <a:ext uri="{0D108BD9-81ED-4DB2-BD59-A6C34878D82A}">
                    <a16:rowId xmlns:a16="http://schemas.microsoft.com/office/drawing/2014/main" val="3547832395"/>
                  </a:ext>
                </a:extLst>
              </a:tr>
            </a:tbl>
          </a:graphicData>
        </a:graphic>
      </p:graphicFrame>
    </p:spTree>
    <p:extLst>
      <p:ext uri="{BB962C8B-B14F-4D97-AF65-F5344CB8AC3E}">
        <p14:creationId xmlns:p14="http://schemas.microsoft.com/office/powerpoint/2010/main" val="27655929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886D0C-8F0C-F7AC-CA92-3091920BA45F}"/>
              </a:ext>
            </a:extLst>
          </p:cNvPr>
          <p:cNvSpPr/>
          <p:nvPr/>
        </p:nvSpPr>
        <p:spPr>
          <a:xfrm>
            <a:off x="643467" y="406400"/>
            <a:ext cx="6282266" cy="59266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r>
              <a:rPr lang="en-US" dirty="0"/>
              <a:t>Pull Request = “En changes-ah main branch-la </a:t>
            </a:r>
            <a:r>
              <a:rPr lang="en-US" dirty="0" err="1"/>
              <a:t>serkka</a:t>
            </a:r>
            <a:r>
              <a:rPr lang="en-US" dirty="0"/>
              <a:t> permission/review </a:t>
            </a:r>
            <a:r>
              <a:rPr lang="en-US" dirty="0" err="1"/>
              <a:t>venum</a:t>
            </a:r>
            <a:r>
              <a:rPr lang="en-US" dirty="0"/>
              <a:t>.”</a:t>
            </a:r>
          </a:p>
          <a:p>
            <a:pPr lvl="0"/>
            <a:r>
              <a:rPr lang="en-US" dirty="0"/>
              <a:t>Merge = “Seri, </a:t>
            </a:r>
            <a:r>
              <a:rPr lang="en-US" dirty="0" err="1"/>
              <a:t>indha</a:t>
            </a:r>
            <a:r>
              <a:rPr lang="en-US" dirty="0"/>
              <a:t> changes-ah main branch-</a:t>
            </a:r>
            <a:r>
              <a:rPr lang="en-US" dirty="0" err="1"/>
              <a:t>oda</a:t>
            </a:r>
            <a:r>
              <a:rPr lang="en-US" dirty="0"/>
              <a:t> </a:t>
            </a:r>
            <a:r>
              <a:rPr lang="en-US" dirty="0" err="1"/>
              <a:t>serthidalam</a:t>
            </a:r>
            <a:r>
              <a:rPr lang="en-US" dirty="0"/>
              <a:t>.”</a:t>
            </a:r>
          </a:p>
          <a:p>
            <a:pPr algn="ctr"/>
            <a:endParaRPr lang="en-US" dirty="0"/>
          </a:p>
        </p:txBody>
      </p:sp>
      <p:sp>
        <p:nvSpPr>
          <p:cNvPr id="3" name="Oval 2">
            <a:extLst>
              <a:ext uri="{FF2B5EF4-FFF2-40B4-BE49-F238E27FC236}">
                <a16:creationId xmlns:a16="http://schemas.microsoft.com/office/drawing/2014/main" id="{53E2A99E-D517-F938-0DFC-D10BB3345702}"/>
              </a:ext>
            </a:extLst>
          </p:cNvPr>
          <p:cNvSpPr/>
          <p:nvPr/>
        </p:nvSpPr>
        <p:spPr>
          <a:xfrm>
            <a:off x="2218267" y="524933"/>
            <a:ext cx="2565400" cy="51646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Compare and pull request</a:t>
            </a:r>
          </a:p>
        </p:txBody>
      </p:sp>
      <p:sp>
        <p:nvSpPr>
          <p:cNvPr id="4" name="Rectangle 3">
            <a:extLst>
              <a:ext uri="{FF2B5EF4-FFF2-40B4-BE49-F238E27FC236}">
                <a16:creationId xmlns:a16="http://schemas.microsoft.com/office/drawing/2014/main" id="{6F49A5D2-516C-C016-9167-165375C26D54}"/>
              </a:ext>
            </a:extLst>
          </p:cNvPr>
          <p:cNvSpPr/>
          <p:nvPr/>
        </p:nvSpPr>
        <p:spPr>
          <a:xfrm>
            <a:off x="7272867" y="431800"/>
            <a:ext cx="4766733" cy="58589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Namma</a:t>
            </a:r>
            <a:r>
              <a:rPr lang="en-US" dirty="0"/>
              <a:t> </a:t>
            </a:r>
            <a:r>
              <a:rPr lang="en-US" dirty="0" err="1"/>
              <a:t>pudusha</a:t>
            </a:r>
            <a:r>
              <a:rPr lang="en-US" dirty="0"/>
              <a:t> branch create panni push </a:t>
            </a:r>
            <a:r>
              <a:rPr lang="en-US" dirty="0" err="1"/>
              <a:t>pannadhala</a:t>
            </a:r>
            <a:r>
              <a:rPr lang="en-US" dirty="0"/>
              <a:t> </a:t>
            </a:r>
            <a:r>
              <a:rPr lang="en-US" dirty="0" err="1"/>
              <a:t>namma</a:t>
            </a:r>
            <a:r>
              <a:rPr lang="en-US" dirty="0"/>
              <a:t> </a:t>
            </a:r>
            <a:r>
              <a:rPr lang="en-US" dirty="0" err="1"/>
              <a:t>github</a:t>
            </a:r>
            <a:r>
              <a:rPr lang="en-US" dirty="0"/>
              <a:t> repo la compare and pull nu </a:t>
            </a:r>
            <a:r>
              <a:rPr lang="en-US" dirty="0" err="1"/>
              <a:t>oru</a:t>
            </a:r>
            <a:r>
              <a:rPr lang="en-US" dirty="0"/>
              <a:t> button enable </a:t>
            </a:r>
            <a:r>
              <a:rPr lang="en-US" dirty="0" err="1"/>
              <a:t>aairukum</a:t>
            </a:r>
            <a:r>
              <a:rPr lang="en-US" dirty="0"/>
              <a:t> </a:t>
            </a:r>
            <a:r>
              <a:rPr lang="en-US" dirty="0" err="1"/>
              <a:t>adha</a:t>
            </a:r>
            <a:r>
              <a:rPr lang="en-US" dirty="0"/>
              <a:t> click panni title description add panni  </a:t>
            </a:r>
            <a:r>
              <a:rPr lang="en-US" dirty="0" err="1"/>
              <a:t>Adhukku</a:t>
            </a:r>
            <a:r>
              <a:rPr lang="en-US" dirty="0"/>
              <a:t> </a:t>
            </a:r>
            <a:r>
              <a:rPr lang="en-US" dirty="0" err="1"/>
              <a:t>appuram</a:t>
            </a:r>
            <a:r>
              <a:rPr lang="en-US" dirty="0"/>
              <a:t> Create pull request button click </a:t>
            </a:r>
            <a:r>
              <a:rPr lang="en-US" dirty="0" err="1"/>
              <a:t>pannu</a:t>
            </a:r>
            <a:r>
              <a:rPr lang="en-US" dirty="0"/>
              <a:t>.</a:t>
            </a:r>
            <a:br>
              <a:rPr lang="en-US" dirty="0"/>
            </a:br>
            <a:br>
              <a:rPr lang="en-US" dirty="0"/>
            </a:br>
            <a:r>
              <a:rPr lang="en-US" dirty="0" err="1"/>
              <a:t>Ippa</a:t>
            </a:r>
            <a:r>
              <a:rPr lang="en-US" dirty="0"/>
              <a:t> checking for availability nu </a:t>
            </a:r>
            <a:r>
              <a:rPr lang="en-US" dirty="0" err="1"/>
              <a:t>poitu</a:t>
            </a:r>
            <a:r>
              <a:rPr lang="en-US" dirty="0"/>
              <a:t> </a:t>
            </a:r>
            <a:br>
              <a:rPr lang="en-US" dirty="0"/>
            </a:br>
            <a:r>
              <a:rPr lang="en-US" dirty="0"/>
              <a:t>merge pull request button enable </a:t>
            </a:r>
            <a:r>
              <a:rPr lang="en-US" dirty="0" err="1"/>
              <a:t>aagum</a:t>
            </a:r>
            <a:endParaRPr lang="en-US" dirty="0"/>
          </a:p>
        </p:txBody>
      </p:sp>
    </p:spTree>
    <p:extLst>
      <p:ext uri="{BB962C8B-B14F-4D97-AF65-F5344CB8AC3E}">
        <p14:creationId xmlns:p14="http://schemas.microsoft.com/office/powerpoint/2010/main" val="4195846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10311</TotalTime>
  <Words>12040</Words>
  <Application>Microsoft Office PowerPoint</Application>
  <PresentationFormat>Widescreen</PresentationFormat>
  <Paragraphs>1666</Paragraphs>
  <Slides>65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Aptos</vt:lpstr>
      <vt:lpstr>Aptos Display</vt:lpstr>
      <vt:lpstr>Arial</vt:lpstr>
      <vt:lpstr>Wingdings</vt:lpstr>
      <vt:lpstr>Office Theme</vt:lpstr>
      <vt:lpstr>Playwright &amp; API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harish1813@gmail.com</dc:creator>
  <cp:lastModifiedBy>harish1813@gmail.com</cp:lastModifiedBy>
  <cp:revision>1</cp:revision>
  <dcterms:created xsi:type="dcterms:W3CDTF">2026-10-15T09:35:03Z</dcterms:created>
  <dcterms:modified xsi:type="dcterms:W3CDTF">2026-10-26T20:03:29Z</dcterms:modified>
</cp:coreProperties>
</file>